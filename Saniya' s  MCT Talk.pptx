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1" r:id="rId2"/>
    <p:sldId id="2563" r:id="rId3"/>
    <p:sldId id="2587" r:id="rId4"/>
    <p:sldId id="2590" r:id="rId5"/>
    <p:sldId id="2592" r:id="rId6"/>
    <p:sldId id="2591" r:id="rId7"/>
    <p:sldId id="2584" r:id="rId8"/>
    <p:sldId id="2589" r:id="rId9"/>
    <p:sldId id="2593" r:id="rId10"/>
    <p:sldId id="25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 to Power BI" id="{8C00EAA5-BCA2-4A90-81D2-7D082F670240}">
          <p14:sldIdLst>
            <p14:sldId id="2561"/>
          </p14:sldIdLst>
        </p14:section>
        <p14:section name="Get to know me" id="{0D00F7AE-814E-45BA-B72F-35D2E3E80755}">
          <p14:sldIdLst>
            <p14:sldId id="2563"/>
          </p14:sldIdLst>
        </p14:section>
        <p14:section name="Microsoft PowerBI" id="{BD52EB83-613C-4F81-BC12-6E4017AD5087}">
          <p14:sldIdLst>
            <p14:sldId id="2587"/>
            <p14:sldId id="2590"/>
            <p14:sldId id="2592"/>
            <p14:sldId id="2591"/>
            <p14:sldId id="2584"/>
            <p14:sldId id="2589"/>
            <p14:sldId id="2593"/>
            <p14:sldId id="25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A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E8898-58DC-435C-8B84-DEC509863111}" v="343" dt="2025-07-20T13:10:29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139" autoAdjust="0"/>
  </p:normalViewPr>
  <p:slideViewPr>
    <p:cSldViewPr snapToGrid="0">
      <p:cViewPr varScale="1">
        <p:scale>
          <a:sx n="86" d="100"/>
          <a:sy n="86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iya Ahmed" userId="d158fe55-0096-4e46-945f-29faac48a052" providerId="ADAL" clId="{004E8898-58DC-435C-8B84-DEC509863111}"/>
    <pc:docChg chg="undo redo custSel addSld delSld modSld sldOrd modSection modShowInfo">
      <pc:chgData name="Saniya Ahmed" userId="d158fe55-0096-4e46-945f-29faac48a052" providerId="ADAL" clId="{004E8898-58DC-435C-8B84-DEC509863111}" dt="2025-07-20T13:29:29.541" v="1459" actId="9405"/>
      <pc:docMkLst>
        <pc:docMk/>
      </pc:docMkLst>
      <pc:sldChg chg="addSp delSp modSp mod modTransition modAnim modNotesTx">
        <pc:chgData name="Saniya Ahmed" userId="d158fe55-0096-4e46-945f-29faac48a052" providerId="ADAL" clId="{004E8898-58DC-435C-8B84-DEC509863111}" dt="2025-07-20T07:52:16.724" v="1435"/>
        <pc:sldMkLst>
          <pc:docMk/>
          <pc:sldMk cId="2080730541" sldId="2561"/>
        </pc:sldMkLst>
        <pc:spChg chg="mod">
          <ac:chgData name="Saniya Ahmed" userId="d158fe55-0096-4e46-945f-29faac48a052" providerId="ADAL" clId="{004E8898-58DC-435C-8B84-DEC509863111}" dt="2025-07-19T11:47:38.391" v="41" actId="207"/>
          <ac:spMkLst>
            <pc:docMk/>
            <pc:sldMk cId="2080730541" sldId="2561"/>
            <ac:spMk id="2" creationId="{82642CA3-6C75-DDF3-4FC6-E7C49531612A}"/>
          </ac:spMkLst>
        </pc:spChg>
        <pc:spChg chg="mod">
          <ac:chgData name="Saniya Ahmed" userId="d158fe55-0096-4e46-945f-29faac48a052" providerId="ADAL" clId="{004E8898-58DC-435C-8B84-DEC509863111}" dt="2025-07-19T11:47:55.780" v="43" actId="207"/>
          <ac:spMkLst>
            <pc:docMk/>
            <pc:sldMk cId="2080730541" sldId="2561"/>
            <ac:spMk id="3" creationId="{4FDE2389-09D1-D112-FD27-4B7E4DFC7B71}"/>
          </ac:spMkLst>
        </pc:spChg>
        <pc:spChg chg="add mod">
          <ac:chgData name="Saniya Ahmed" userId="d158fe55-0096-4e46-945f-29faac48a052" providerId="ADAL" clId="{004E8898-58DC-435C-8B84-DEC509863111}" dt="2025-07-19T11:50:53.507" v="54" actId="208"/>
          <ac:spMkLst>
            <pc:docMk/>
            <pc:sldMk cId="2080730541" sldId="2561"/>
            <ac:spMk id="6" creationId="{7FB62E41-9265-3F0C-E881-C14E49AF0461}"/>
          </ac:spMkLst>
        </pc:spChg>
        <pc:spChg chg="mod">
          <ac:chgData name="Saniya Ahmed" userId="d158fe55-0096-4e46-945f-29faac48a052" providerId="ADAL" clId="{004E8898-58DC-435C-8B84-DEC509863111}" dt="2025-07-19T11:50:45.263" v="53" actId="208"/>
          <ac:spMkLst>
            <pc:docMk/>
            <pc:sldMk cId="2080730541" sldId="2561"/>
            <ac:spMk id="21" creationId="{C24A66DE-68D0-F971-5EB0-10222A8AB4BE}"/>
          </ac:spMkLst>
        </pc:spChg>
        <pc:picChg chg="add mod">
          <ac:chgData name="Saniya Ahmed" userId="d158fe55-0096-4e46-945f-29faac48a052" providerId="ADAL" clId="{004E8898-58DC-435C-8B84-DEC509863111}" dt="2025-07-19T13:22:01.567" v="1129" actId="14100"/>
          <ac:picMkLst>
            <pc:docMk/>
            <pc:sldMk cId="2080730541" sldId="2561"/>
            <ac:picMk id="5" creationId="{900A1239-21A2-D99B-27ED-177BB561B057}"/>
          </ac:picMkLst>
        </pc:picChg>
        <pc:picChg chg="del">
          <ac:chgData name="Saniya Ahmed" userId="d158fe55-0096-4e46-945f-29faac48a052" providerId="ADAL" clId="{004E8898-58DC-435C-8B84-DEC509863111}" dt="2025-07-19T11:42:56.923" v="0" actId="478"/>
          <ac:picMkLst>
            <pc:docMk/>
            <pc:sldMk cId="2080730541" sldId="2561"/>
            <ac:picMk id="19" creationId="{FA250E1B-C6B5-6738-8E55-EAD3825EC10B}"/>
          </ac:picMkLst>
        </pc:picChg>
      </pc:sldChg>
      <pc:sldChg chg="addSp delSp modSp mod ord modTransition setBg modAnim modNotesTx">
        <pc:chgData name="Saniya Ahmed" userId="d158fe55-0096-4e46-945f-29faac48a052" providerId="ADAL" clId="{004E8898-58DC-435C-8B84-DEC509863111}" dt="2025-07-20T13:10:29.535" v="1441" actId="1076"/>
        <pc:sldMkLst>
          <pc:docMk/>
          <pc:sldMk cId="2169976808" sldId="2563"/>
        </pc:sldMkLst>
        <pc:spChg chg="mod">
          <ac:chgData name="Saniya Ahmed" userId="d158fe55-0096-4e46-945f-29faac48a052" providerId="ADAL" clId="{004E8898-58DC-435C-8B84-DEC509863111}" dt="2025-07-19T12:07:51.740" v="203" actId="1076"/>
          <ac:spMkLst>
            <pc:docMk/>
            <pc:sldMk cId="2169976808" sldId="2563"/>
            <ac:spMk id="2" creationId="{866B0CD9-9630-A8BA-7749-17D8D9D09278}"/>
          </ac:spMkLst>
        </pc:spChg>
        <pc:spChg chg="add del mod ord">
          <ac:chgData name="Saniya Ahmed" userId="d158fe55-0096-4e46-945f-29faac48a052" providerId="ADAL" clId="{004E8898-58DC-435C-8B84-DEC509863111}" dt="2025-07-19T11:54:28.233" v="96" actId="11529"/>
          <ac:spMkLst>
            <pc:docMk/>
            <pc:sldMk cId="2169976808" sldId="2563"/>
            <ac:spMk id="3" creationId="{57B3A93E-4E02-4284-986D-841BDD0DE655}"/>
          </ac:spMkLst>
        </pc:spChg>
        <pc:spChg chg="mod">
          <ac:chgData name="Saniya Ahmed" userId="d158fe55-0096-4e46-945f-29faac48a052" providerId="ADAL" clId="{004E8898-58DC-435C-8B84-DEC509863111}" dt="2025-07-19T19:31:37.760" v="1434" actId="20577"/>
          <ac:spMkLst>
            <pc:docMk/>
            <pc:sldMk cId="2169976808" sldId="2563"/>
            <ac:spMk id="6" creationId="{1ADC64E4-9482-BEF6-84F0-4EA5B4A7FA0B}"/>
          </ac:spMkLst>
        </pc:spChg>
        <pc:spChg chg="add mod">
          <ac:chgData name="Saniya Ahmed" userId="d158fe55-0096-4e46-945f-29faac48a052" providerId="ADAL" clId="{004E8898-58DC-435C-8B84-DEC509863111}" dt="2025-07-19T13:32:19.553" v="1173" actId="207"/>
          <ac:spMkLst>
            <pc:docMk/>
            <pc:sldMk cId="2169976808" sldId="2563"/>
            <ac:spMk id="12" creationId="{56C34A68-BA72-C57B-6E8E-A5C51C639370}"/>
          </ac:spMkLst>
        </pc:spChg>
        <pc:spChg chg="mod">
          <ac:chgData name="Saniya Ahmed" userId="d158fe55-0096-4e46-945f-29faac48a052" providerId="ADAL" clId="{004E8898-58DC-435C-8B84-DEC509863111}" dt="2025-07-19T11:52:45.165" v="66" actId="1076"/>
          <ac:spMkLst>
            <pc:docMk/>
            <pc:sldMk cId="2169976808" sldId="2563"/>
            <ac:spMk id="22" creationId="{3C4C2660-9EB7-A797-145D-FB51C6F8FDB5}"/>
          </ac:spMkLst>
        </pc:spChg>
        <pc:picChg chg="add del">
          <ac:chgData name="Saniya Ahmed" userId="d158fe55-0096-4e46-945f-29faac48a052" providerId="ADAL" clId="{004E8898-58DC-435C-8B84-DEC509863111}" dt="2025-07-19T11:54:45.917" v="98" actId="478"/>
          <ac:picMkLst>
            <pc:docMk/>
            <pc:sldMk cId="2169976808" sldId="2563"/>
            <ac:picMk id="4" creationId="{6C0E9B0F-4660-F556-070C-BDE653C277BE}"/>
          </ac:picMkLst>
        </pc:picChg>
        <pc:picChg chg="add mod">
          <ac:chgData name="Saniya Ahmed" userId="d158fe55-0096-4e46-945f-29faac48a052" providerId="ADAL" clId="{004E8898-58DC-435C-8B84-DEC509863111}" dt="2025-07-19T12:07:46.344" v="202" actId="1076"/>
          <ac:picMkLst>
            <pc:docMk/>
            <pc:sldMk cId="2169976808" sldId="2563"/>
            <ac:picMk id="7" creationId="{321E2432-25F3-25C1-497D-6AA05E28CA05}"/>
          </ac:picMkLst>
        </pc:picChg>
        <pc:picChg chg="add del mod">
          <ac:chgData name="Saniya Ahmed" userId="d158fe55-0096-4e46-945f-29faac48a052" providerId="ADAL" clId="{004E8898-58DC-435C-8B84-DEC509863111}" dt="2025-07-19T11:58:48.761" v="109" actId="22"/>
          <ac:picMkLst>
            <pc:docMk/>
            <pc:sldMk cId="2169976808" sldId="2563"/>
            <ac:picMk id="9" creationId="{9A639271-0B0C-7EF7-7D8B-89E6F13A9C4C}"/>
          </ac:picMkLst>
        </pc:picChg>
        <pc:picChg chg="add mod">
          <ac:chgData name="Saniya Ahmed" userId="d158fe55-0096-4e46-945f-29faac48a052" providerId="ADAL" clId="{004E8898-58DC-435C-8B84-DEC509863111}" dt="2025-07-19T12:09:12.523" v="219" actId="1076"/>
          <ac:picMkLst>
            <pc:docMk/>
            <pc:sldMk cId="2169976808" sldId="2563"/>
            <ac:picMk id="10" creationId="{C8DDBE7A-BD36-8FA8-41F1-DE171E8E0349}"/>
          </ac:picMkLst>
        </pc:picChg>
        <pc:picChg chg="add mod">
          <ac:chgData name="Saniya Ahmed" userId="d158fe55-0096-4e46-945f-29faac48a052" providerId="ADAL" clId="{004E8898-58DC-435C-8B84-DEC509863111}" dt="2025-07-20T13:10:29.535" v="1441" actId="1076"/>
          <ac:picMkLst>
            <pc:docMk/>
            <pc:sldMk cId="2169976808" sldId="2563"/>
            <ac:picMk id="1026" creationId="{5215376A-8AD8-5276-7707-39F0DC1618BB}"/>
          </ac:picMkLst>
        </pc:picChg>
      </pc:sldChg>
      <pc:sldChg chg="addSp modSp mod setBg">
        <pc:chgData name="Saniya Ahmed" userId="d158fe55-0096-4e46-945f-29faac48a052" providerId="ADAL" clId="{004E8898-58DC-435C-8B84-DEC509863111}" dt="2025-07-19T13:21:17.215" v="1116" actId="1076"/>
        <pc:sldMkLst>
          <pc:docMk/>
          <pc:sldMk cId="1817804072" sldId="2583"/>
        </pc:sldMkLst>
        <pc:spChg chg="add mod">
          <ac:chgData name="Saniya Ahmed" userId="d158fe55-0096-4e46-945f-29faac48a052" providerId="ADAL" clId="{004E8898-58DC-435C-8B84-DEC509863111}" dt="2025-07-19T13:19:02.201" v="1080"/>
          <ac:spMkLst>
            <pc:docMk/>
            <pc:sldMk cId="1817804072" sldId="2583"/>
            <ac:spMk id="2" creationId="{FCB47515-B908-6C27-AD76-2E7B30FC83B7}"/>
          </ac:spMkLst>
        </pc:spChg>
        <pc:spChg chg="add mod">
          <ac:chgData name="Saniya Ahmed" userId="d158fe55-0096-4e46-945f-29faac48a052" providerId="ADAL" clId="{004E8898-58DC-435C-8B84-DEC509863111}" dt="2025-07-19T13:19:13.463" v="1082" actId="1076"/>
          <ac:spMkLst>
            <pc:docMk/>
            <pc:sldMk cId="1817804072" sldId="2583"/>
            <ac:spMk id="3" creationId="{F30136EB-3F95-DE97-943A-AD962AEE2F52}"/>
          </ac:spMkLst>
        </pc:spChg>
        <pc:spChg chg="mod">
          <ac:chgData name="Saniya Ahmed" userId="d158fe55-0096-4e46-945f-29faac48a052" providerId="ADAL" clId="{004E8898-58DC-435C-8B84-DEC509863111}" dt="2025-07-19T13:20:42.312" v="1111" actId="1076"/>
          <ac:spMkLst>
            <pc:docMk/>
            <pc:sldMk cId="1817804072" sldId="2583"/>
            <ac:spMk id="5" creationId="{E4ACBC97-1850-956E-AC21-D589C1C336AF}"/>
          </ac:spMkLst>
        </pc:spChg>
        <pc:picChg chg="add mod">
          <ac:chgData name="Saniya Ahmed" userId="d158fe55-0096-4e46-945f-29faac48a052" providerId="ADAL" clId="{004E8898-58DC-435C-8B84-DEC509863111}" dt="2025-07-19T13:21:17.215" v="1116" actId="1076"/>
          <ac:picMkLst>
            <pc:docMk/>
            <pc:sldMk cId="1817804072" sldId="2583"/>
            <ac:picMk id="4" creationId="{FEB62802-D55A-9A48-19B4-DE7A182C339F}"/>
          </ac:picMkLst>
        </pc:picChg>
      </pc:sldChg>
      <pc:sldChg chg="addSp delSp modSp mod">
        <pc:chgData name="Saniya Ahmed" userId="d158fe55-0096-4e46-945f-29faac48a052" providerId="ADAL" clId="{004E8898-58DC-435C-8B84-DEC509863111}" dt="2025-07-19T13:21:46.582" v="1125" actId="14100"/>
        <pc:sldMkLst>
          <pc:docMk/>
          <pc:sldMk cId="3331083858" sldId="2584"/>
        </pc:sldMkLst>
        <pc:spChg chg="add mod">
          <ac:chgData name="Saniya Ahmed" userId="d158fe55-0096-4e46-945f-29faac48a052" providerId="ADAL" clId="{004E8898-58DC-435C-8B84-DEC509863111}" dt="2025-07-19T13:05:35.334" v="915" actId="1076"/>
          <ac:spMkLst>
            <pc:docMk/>
            <pc:sldMk cId="3331083858" sldId="2584"/>
            <ac:spMk id="6" creationId="{A09F154A-ACE5-86DC-FE0D-7C9BCF031919}"/>
          </ac:spMkLst>
        </pc:spChg>
        <pc:spChg chg="add mod">
          <ac:chgData name="Saniya Ahmed" userId="d158fe55-0096-4e46-945f-29faac48a052" providerId="ADAL" clId="{004E8898-58DC-435C-8B84-DEC509863111}" dt="2025-07-19T13:06:13.392" v="925" actId="113"/>
          <ac:spMkLst>
            <pc:docMk/>
            <pc:sldMk cId="3331083858" sldId="2584"/>
            <ac:spMk id="8" creationId="{9ED8EAB2-6F25-1CDC-03E2-755AAE033840}"/>
          </ac:spMkLst>
        </pc:spChg>
        <pc:spChg chg="add mod">
          <ac:chgData name="Saniya Ahmed" userId="d158fe55-0096-4e46-945f-29faac48a052" providerId="ADAL" clId="{004E8898-58DC-435C-8B84-DEC509863111}" dt="2025-07-19T13:05:52.695" v="921" actId="113"/>
          <ac:spMkLst>
            <pc:docMk/>
            <pc:sldMk cId="3331083858" sldId="2584"/>
            <ac:spMk id="11" creationId="{0FECD8A3-8490-6457-5F7D-1C96DE2E7B58}"/>
          </ac:spMkLst>
        </pc:spChg>
        <pc:spChg chg="add mod">
          <ac:chgData name="Saniya Ahmed" userId="d158fe55-0096-4e46-945f-29faac48a052" providerId="ADAL" clId="{004E8898-58DC-435C-8B84-DEC509863111}" dt="2025-07-19T13:08:53.467" v="961" actId="1076"/>
          <ac:spMkLst>
            <pc:docMk/>
            <pc:sldMk cId="3331083858" sldId="2584"/>
            <ac:spMk id="13" creationId="{4FDDC1F7-C853-AC25-B0DF-FDB584E0DEC0}"/>
          </ac:spMkLst>
        </pc:spChg>
        <pc:spChg chg="add mod">
          <ac:chgData name="Saniya Ahmed" userId="d158fe55-0096-4e46-945f-29faac48a052" providerId="ADAL" clId="{004E8898-58DC-435C-8B84-DEC509863111}" dt="2025-07-19T13:05:06.004" v="911" actId="113"/>
          <ac:spMkLst>
            <pc:docMk/>
            <pc:sldMk cId="3331083858" sldId="2584"/>
            <ac:spMk id="15" creationId="{822C2073-3427-3E48-7437-F53E5C25FF81}"/>
          </ac:spMkLst>
        </pc:spChg>
        <pc:spChg chg="del mod">
          <ac:chgData name="Saniya Ahmed" userId="d158fe55-0096-4e46-945f-29faac48a052" providerId="ADAL" clId="{004E8898-58DC-435C-8B84-DEC509863111}" dt="2025-07-19T13:02:11.546" v="807" actId="478"/>
          <ac:spMkLst>
            <pc:docMk/>
            <pc:sldMk cId="3331083858" sldId="2584"/>
            <ac:spMk id="20" creationId="{20D3836B-A795-E161-8991-C718C56D2164}"/>
          </ac:spMkLst>
        </pc:spChg>
        <pc:spChg chg="del mod">
          <ac:chgData name="Saniya Ahmed" userId="d158fe55-0096-4e46-945f-29faac48a052" providerId="ADAL" clId="{004E8898-58DC-435C-8B84-DEC509863111}" dt="2025-07-19T13:02:13.154" v="808" actId="478"/>
          <ac:spMkLst>
            <pc:docMk/>
            <pc:sldMk cId="3331083858" sldId="2584"/>
            <ac:spMk id="21" creationId="{C2BFAB17-1EEC-F153-A7A9-5B87C804E47B}"/>
          </ac:spMkLst>
        </pc:spChg>
        <pc:spChg chg="mod">
          <ac:chgData name="Saniya Ahmed" userId="d158fe55-0096-4e46-945f-29faac48a052" providerId="ADAL" clId="{004E8898-58DC-435C-8B84-DEC509863111}" dt="2025-07-19T13:00:43.997" v="801" actId="208"/>
          <ac:spMkLst>
            <pc:docMk/>
            <pc:sldMk cId="3331083858" sldId="2584"/>
            <ac:spMk id="23" creationId="{A1793D34-A894-D8C3-7AAB-47F48B2B08CE}"/>
          </ac:spMkLst>
        </pc:spChg>
        <pc:spChg chg="del mod">
          <ac:chgData name="Saniya Ahmed" userId="d158fe55-0096-4e46-945f-29faac48a052" providerId="ADAL" clId="{004E8898-58DC-435C-8B84-DEC509863111}" dt="2025-07-19T13:02:19.502" v="811" actId="478"/>
          <ac:spMkLst>
            <pc:docMk/>
            <pc:sldMk cId="3331083858" sldId="2584"/>
            <ac:spMk id="24" creationId="{4F76730B-826E-00A3-8A88-5FA3147A0E49}"/>
          </ac:spMkLst>
        </pc:spChg>
        <pc:spChg chg="mod">
          <ac:chgData name="Saniya Ahmed" userId="d158fe55-0096-4e46-945f-29faac48a052" providerId="ADAL" clId="{004E8898-58DC-435C-8B84-DEC509863111}" dt="2025-07-19T13:00:43.997" v="801" actId="208"/>
          <ac:spMkLst>
            <pc:docMk/>
            <pc:sldMk cId="3331083858" sldId="2584"/>
            <ac:spMk id="27" creationId="{F6BC0DE8-78ED-BFCB-0391-E007836867A5}"/>
          </ac:spMkLst>
        </pc:spChg>
        <pc:spChg chg="del mod">
          <ac:chgData name="Saniya Ahmed" userId="d158fe55-0096-4e46-945f-29faac48a052" providerId="ADAL" clId="{004E8898-58DC-435C-8B84-DEC509863111}" dt="2025-07-19T13:02:21.081" v="812" actId="478"/>
          <ac:spMkLst>
            <pc:docMk/>
            <pc:sldMk cId="3331083858" sldId="2584"/>
            <ac:spMk id="30" creationId="{28F1FDE4-DAFC-059D-E3E5-7A426D5BCB4C}"/>
          </ac:spMkLst>
        </pc:spChg>
        <pc:spChg chg="mod">
          <ac:chgData name="Saniya Ahmed" userId="d158fe55-0096-4e46-945f-29faac48a052" providerId="ADAL" clId="{004E8898-58DC-435C-8B84-DEC509863111}" dt="2025-07-19T13:00:43.997" v="801" actId="208"/>
          <ac:spMkLst>
            <pc:docMk/>
            <pc:sldMk cId="3331083858" sldId="2584"/>
            <ac:spMk id="31" creationId="{1545B4CE-C287-7528-4B1F-472CB820283B}"/>
          </ac:spMkLst>
        </pc:spChg>
        <pc:spChg chg="mod">
          <ac:chgData name="Saniya Ahmed" userId="d158fe55-0096-4e46-945f-29faac48a052" providerId="ADAL" clId="{004E8898-58DC-435C-8B84-DEC509863111}" dt="2025-07-19T13:00:43.997" v="801" actId="208"/>
          <ac:spMkLst>
            <pc:docMk/>
            <pc:sldMk cId="3331083858" sldId="2584"/>
            <ac:spMk id="32" creationId="{D1ECC17A-2BAC-D8E5-CC5F-E82BA7A9F092}"/>
          </ac:spMkLst>
        </pc:spChg>
        <pc:spChg chg="mod">
          <ac:chgData name="Saniya Ahmed" userId="d158fe55-0096-4e46-945f-29faac48a052" providerId="ADAL" clId="{004E8898-58DC-435C-8B84-DEC509863111}" dt="2025-07-19T13:00:43.997" v="801" actId="208"/>
          <ac:spMkLst>
            <pc:docMk/>
            <pc:sldMk cId="3331083858" sldId="2584"/>
            <ac:spMk id="38" creationId="{8F7D03F6-44C0-63F4-7B51-09AA90DC72FF}"/>
          </ac:spMkLst>
        </pc:spChg>
        <pc:spChg chg="mod">
          <ac:chgData name="Saniya Ahmed" userId="d158fe55-0096-4e46-945f-29faac48a052" providerId="ADAL" clId="{004E8898-58DC-435C-8B84-DEC509863111}" dt="2025-07-19T13:00:43.997" v="801" actId="208"/>
          <ac:spMkLst>
            <pc:docMk/>
            <pc:sldMk cId="3331083858" sldId="2584"/>
            <ac:spMk id="39" creationId="{8BC2E6FA-5298-43F0-977C-D1FE7E334AAD}"/>
          </ac:spMkLst>
        </pc:spChg>
        <pc:spChg chg="mod">
          <ac:chgData name="Saniya Ahmed" userId="d158fe55-0096-4e46-945f-29faac48a052" providerId="ADAL" clId="{004E8898-58DC-435C-8B84-DEC509863111}" dt="2025-07-19T13:00:43.997" v="801" actId="208"/>
          <ac:spMkLst>
            <pc:docMk/>
            <pc:sldMk cId="3331083858" sldId="2584"/>
            <ac:spMk id="40" creationId="{19E5F221-B797-1072-7994-106B6D05D7E1}"/>
          </ac:spMkLst>
        </pc:spChg>
        <pc:picChg chg="add mod">
          <ac:chgData name="Saniya Ahmed" userId="d158fe55-0096-4e46-945f-29faac48a052" providerId="ADAL" clId="{004E8898-58DC-435C-8B84-DEC509863111}" dt="2025-07-19T13:21:46.582" v="1125" actId="14100"/>
          <ac:picMkLst>
            <pc:docMk/>
            <pc:sldMk cId="3331083858" sldId="2584"/>
            <ac:picMk id="19" creationId="{73E9ECC7-06C8-AF9A-85DD-BA907FB47AF8}"/>
          </ac:picMkLst>
        </pc:picChg>
      </pc:sldChg>
      <pc:sldChg chg="addSp delSp modSp mod ord modTransition modNotesTx">
        <pc:chgData name="Saniya Ahmed" userId="d158fe55-0096-4e46-945f-29faac48a052" providerId="ADAL" clId="{004E8898-58DC-435C-8B84-DEC509863111}" dt="2025-07-20T08:28:06.325" v="1438" actId="478"/>
        <pc:sldMkLst>
          <pc:docMk/>
          <pc:sldMk cId="1536177406" sldId="2587"/>
        </pc:sldMkLst>
        <pc:spChg chg="add mod">
          <ac:chgData name="Saniya Ahmed" userId="d158fe55-0096-4e46-945f-29faac48a052" providerId="ADAL" clId="{004E8898-58DC-435C-8B84-DEC509863111}" dt="2025-07-19T12:10:43.448" v="225" actId="208"/>
          <ac:spMkLst>
            <pc:docMk/>
            <pc:sldMk cId="1536177406" sldId="2587"/>
            <ac:spMk id="2" creationId="{8D227E52-AD67-35A1-E6EC-BCEC3E4866AF}"/>
          </ac:spMkLst>
        </pc:spChg>
        <pc:spChg chg="add del mod">
          <ac:chgData name="Saniya Ahmed" userId="d158fe55-0096-4e46-945f-29faac48a052" providerId="ADAL" clId="{004E8898-58DC-435C-8B84-DEC509863111}" dt="2025-07-19T13:43:04.340" v="1418" actId="20577"/>
          <ac:spMkLst>
            <pc:docMk/>
            <pc:sldMk cId="1536177406" sldId="2587"/>
            <ac:spMk id="4" creationId="{23C42A0B-3ACE-EEED-8D5F-AD167CD96E29}"/>
          </ac:spMkLst>
        </pc:spChg>
        <pc:spChg chg="mod">
          <ac:chgData name="Saniya Ahmed" userId="d158fe55-0096-4e46-945f-29faac48a052" providerId="ADAL" clId="{004E8898-58DC-435C-8B84-DEC509863111}" dt="2025-07-19T12:13:42.349" v="269" actId="208"/>
          <ac:spMkLst>
            <pc:docMk/>
            <pc:sldMk cId="1536177406" sldId="2587"/>
            <ac:spMk id="5" creationId="{B081DAA7-84B3-14B3-4EF7-24263CE81A95}"/>
          </ac:spMkLst>
        </pc:spChg>
        <pc:spChg chg="add">
          <ac:chgData name="Saniya Ahmed" userId="d158fe55-0096-4e46-945f-29faac48a052" providerId="ADAL" clId="{004E8898-58DC-435C-8B84-DEC509863111}" dt="2025-07-19T12:15:12.493" v="274"/>
          <ac:spMkLst>
            <pc:docMk/>
            <pc:sldMk cId="1536177406" sldId="2587"/>
            <ac:spMk id="6" creationId="{B2ED6939-D4B6-69A4-C8D8-7277D12653D3}"/>
          </ac:spMkLst>
        </pc:spChg>
        <pc:spChg chg="add">
          <ac:chgData name="Saniya Ahmed" userId="d158fe55-0096-4e46-945f-29faac48a052" providerId="ADAL" clId="{004E8898-58DC-435C-8B84-DEC509863111}" dt="2025-07-19T12:15:16.885" v="276"/>
          <ac:spMkLst>
            <pc:docMk/>
            <pc:sldMk cId="1536177406" sldId="2587"/>
            <ac:spMk id="7" creationId="{09207B28-B675-DF19-601D-FB650B519715}"/>
          </ac:spMkLst>
        </pc:spChg>
        <pc:spChg chg="add del">
          <ac:chgData name="Saniya Ahmed" userId="d158fe55-0096-4e46-945f-29faac48a052" providerId="ADAL" clId="{004E8898-58DC-435C-8B84-DEC509863111}" dt="2025-07-19T13:36:08.734" v="1206" actId="22"/>
          <ac:spMkLst>
            <pc:docMk/>
            <pc:sldMk cId="1536177406" sldId="2587"/>
            <ac:spMk id="11" creationId="{C1722353-07BA-2599-F067-C4B436D8EB83}"/>
          </ac:spMkLst>
        </pc:spChg>
        <pc:spChg chg="mod">
          <ac:chgData name="Saniya Ahmed" userId="d158fe55-0096-4e46-945f-29faac48a052" providerId="ADAL" clId="{004E8898-58DC-435C-8B84-DEC509863111}" dt="2025-07-19T12:13:22.378" v="267" actId="1076"/>
          <ac:spMkLst>
            <pc:docMk/>
            <pc:sldMk cId="1536177406" sldId="2587"/>
            <ac:spMk id="22" creationId="{F4ECDCCD-A3F7-98DC-DF86-1192340DC949}"/>
          </ac:spMkLst>
        </pc:spChg>
        <pc:spChg chg="del mod">
          <ac:chgData name="Saniya Ahmed" userId="d158fe55-0096-4e46-945f-29faac48a052" providerId="ADAL" clId="{004E8898-58DC-435C-8B84-DEC509863111}" dt="2025-07-19T12:10:32.207" v="223" actId="478"/>
          <ac:spMkLst>
            <pc:docMk/>
            <pc:sldMk cId="1536177406" sldId="2587"/>
            <ac:spMk id="23" creationId="{3342FE3A-7E2C-BF78-00D3-3BFA8A4DBD9E}"/>
          </ac:spMkLst>
        </pc:spChg>
        <pc:picChg chg="add mod">
          <ac:chgData name="Saniya Ahmed" userId="d158fe55-0096-4e46-945f-29faac48a052" providerId="ADAL" clId="{004E8898-58DC-435C-8B84-DEC509863111}" dt="2025-07-19T13:21:26.614" v="1118" actId="1076"/>
          <ac:picMkLst>
            <pc:docMk/>
            <pc:sldMk cId="1536177406" sldId="2587"/>
            <ac:picMk id="8" creationId="{DB179E63-65A2-54FA-DC9B-0867281F4BAC}"/>
          </ac:picMkLst>
        </pc:picChg>
        <pc:inkChg chg="add del">
          <ac:chgData name="Saniya Ahmed" userId="d158fe55-0096-4e46-945f-29faac48a052" providerId="ADAL" clId="{004E8898-58DC-435C-8B84-DEC509863111}" dt="2025-07-20T08:28:06.325" v="1438" actId="478"/>
          <ac:inkMkLst>
            <pc:docMk/>
            <pc:sldMk cId="1536177406" sldId="2587"/>
            <ac:inkMk id="6" creationId="{1EF2E388-F59E-B732-524B-8D598FBBECB2}"/>
          </ac:inkMkLst>
        </pc:inkChg>
      </pc:sldChg>
      <pc:sldChg chg="addSp delSp modSp mod setBg modAnim">
        <pc:chgData name="Saniya Ahmed" userId="d158fe55-0096-4e46-945f-29faac48a052" providerId="ADAL" clId="{004E8898-58DC-435C-8B84-DEC509863111}" dt="2025-07-19T13:31:11.224" v="1172" actId="1076"/>
        <pc:sldMkLst>
          <pc:docMk/>
          <pc:sldMk cId="1924701978" sldId="2589"/>
        </pc:sldMkLst>
        <pc:spChg chg="add mod">
          <ac:chgData name="Saniya Ahmed" userId="d158fe55-0096-4e46-945f-29faac48a052" providerId="ADAL" clId="{004E8898-58DC-435C-8B84-DEC509863111}" dt="2025-07-19T13:10:28.095" v="966" actId="208"/>
          <ac:spMkLst>
            <pc:docMk/>
            <pc:sldMk cId="1924701978" sldId="2589"/>
            <ac:spMk id="2" creationId="{BD2E39A7-63D0-429B-E7ED-F4DD115F10C1}"/>
          </ac:spMkLst>
        </pc:spChg>
        <pc:spChg chg="add mod">
          <ac:chgData name="Saniya Ahmed" userId="d158fe55-0096-4e46-945f-29faac48a052" providerId="ADAL" clId="{004E8898-58DC-435C-8B84-DEC509863111}" dt="2025-07-19T13:11:18.760" v="972" actId="20577"/>
          <ac:spMkLst>
            <pc:docMk/>
            <pc:sldMk cId="1924701978" sldId="2589"/>
            <ac:spMk id="3" creationId="{2C9F2BA6-F137-A975-D839-5933BE2AA266}"/>
          </ac:spMkLst>
        </pc:spChg>
        <pc:spChg chg="add">
          <ac:chgData name="Saniya Ahmed" userId="d158fe55-0096-4e46-945f-29faac48a052" providerId="ADAL" clId="{004E8898-58DC-435C-8B84-DEC509863111}" dt="2025-07-19T13:11:33.424" v="973"/>
          <ac:spMkLst>
            <pc:docMk/>
            <pc:sldMk cId="1924701978" sldId="2589"/>
            <ac:spMk id="5" creationId="{81362B10-27B4-42E6-56F1-B28533833D4E}"/>
          </ac:spMkLst>
        </pc:spChg>
        <pc:spChg chg="add mod">
          <ac:chgData name="Saniya Ahmed" userId="d158fe55-0096-4e46-945f-29faac48a052" providerId="ADAL" clId="{004E8898-58DC-435C-8B84-DEC509863111}" dt="2025-07-19T13:30:17.463" v="1164" actId="20577"/>
          <ac:spMkLst>
            <pc:docMk/>
            <pc:sldMk cId="1924701978" sldId="2589"/>
            <ac:spMk id="6" creationId="{6340BFA4-90E4-3ABC-40AF-B0CA46E5F0DD}"/>
          </ac:spMkLst>
        </pc:spChg>
        <pc:spChg chg="add mod">
          <ac:chgData name="Saniya Ahmed" userId="d158fe55-0096-4e46-945f-29faac48a052" providerId="ADAL" clId="{004E8898-58DC-435C-8B84-DEC509863111}" dt="2025-07-19T13:14:59.395" v="1020" actId="208"/>
          <ac:spMkLst>
            <pc:docMk/>
            <pc:sldMk cId="1924701978" sldId="2589"/>
            <ac:spMk id="7" creationId="{038A8A22-9E10-39AF-3749-943DD8402EAB}"/>
          </ac:spMkLst>
        </pc:spChg>
        <pc:spChg chg="add mod">
          <ac:chgData name="Saniya Ahmed" userId="d158fe55-0096-4e46-945f-29faac48a052" providerId="ADAL" clId="{004E8898-58DC-435C-8B84-DEC509863111}" dt="2025-07-19T13:15:17.101" v="1024" actId="208"/>
          <ac:spMkLst>
            <pc:docMk/>
            <pc:sldMk cId="1924701978" sldId="2589"/>
            <ac:spMk id="9" creationId="{EFE8C715-B123-E545-7EFD-7191FB3C2017}"/>
          </ac:spMkLst>
        </pc:spChg>
        <pc:picChg chg="add mod">
          <ac:chgData name="Saniya Ahmed" userId="d158fe55-0096-4e46-945f-29faac48a052" providerId="ADAL" clId="{004E8898-58DC-435C-8B84-DEC509863111}" dt="2025-07-19T13:21:08.055" v="1114"/>
          <ac:picMkLst>
            <pc:docMk/>
            <pc:sldMk cId="1924701978" sldId="2589"/>
            <ac:picMk id="11" creationId="{E6DCB35A-092D-C3A3-952B-DDD7083DF7C8}"/>
          </ac:picMkLst>
        </pc:picChg>
        <pc:picChg chg="add mod">
          <ac:chgData name="Saniya Ahmed" userId="d158fe55-0096-4e46-945f-29faac48a052" providerId="ADAL" clId="{004E8898-58DC-435C-8B84-DEC509863111}" dt="2025-07-19T13:29:49.953" v="1161" actId="14100"/>
          <ac:picMkLst>
            <pc:docMk/>
            <pc:sldMk cId="1924701978" sldId="2589"/>
            <ac:picMk id="13" creationId="{87EB7E0A-14B9-5743-018E-CF6D40F11001}"/>
          </ac:picMkLst>
        </pc:picChg>
        <pc:picChg chg="add del mod">
          <ac:chgData name="Saniya Ahmed" userId="d158fe55-0096-4e46-945f-29faac48a052" providerId="ADAL" clId="{004E8898-58DC-435C-8B84-DEC509863111}" dt="2025-07-19T13:30:00.037" v="1163" actId="478"/>
          <ac:picMkLst>
            <pc:docMk/>
            <pc:sldMk cId="1924701978" sldId="2589"/>
            <ac:picMk id="14" creationId="{7195146C-B4E1-5170-C2C7-47E15FE4B99F}"/>
          </ac:picMkLst>
        </pc:picChg>
        <pc:picChg chg="add mod">
          <ac:chgData name="Saniya Ahmed" userId="d158fe55-0096-4e46-945f-29faac48a052" providerId="ADAL" clId="{004E8898-58DC-435C-8B84-DEC509863111}" dt="2025-07-19T13:30:48.235" v="1169" actId="1076"/>
          <ac:picMkLst>
            <pc:docMk/>
            <pc:sldMk cId="1924701978" sldId="2589"/>
            <ac:picMk id="16" creationId="{6724F5F8-E426-2A26-4357-F129BDFAD540}"/>
          </ac:picMkLst>
        </pc:picChg>
        <pc:picChg chg="add mod">
          <ac:chgData name="Saniya Ahmed" userId="d158fe55-0096-4e46-945f-29faac48a052" providerId="ADAL" clId="{004E8898-58DC-435C-8B84-DEC509863111}" dt="2025-07-19T13:31:11.224" v="1172" actId="1076"/>
          <ac:picMkLst>
            <pc:docMk/>
            <pc:sldMk cId="1924701978" sldId="2589"/>
            <ac:picMk id="17" creationId="{7BEF7A71-7328-6806-63F4-D5439FEEC94B}"/>
          </ac:picMkLst>
        </pc:picChg>
        <pc:picChg chg="del">
          <ac:chgData name="Saniya Ahmed" userId="d158fe55-0096-4e46-945f-29faac48a052" providerId="ADAL" clId="{004E8898-58DC-435C-8B84-DEC509863111}" dt="2025-07-19T13:09:46.852" v="962" actId="478"/>
          <ac:picMkLst>
            <pc:docMk/>
            <pc:sldMk cId="1924701978" sldId="2589"/>
            <ac:picMk id="2051" creationId="{700D1D67-7358-F99C-69E0-C995381279B1}"/>
          </ac:picMkLst>
        </pc:picChg>
      </pc:sldChg>
      <pc:sldChg chg="addSp delSp modSp mod ord modTransition setBg modAnim modNotesTx">
        <pc:chgData name="Saniya Ahmed" userId="d158fe55-0096-4e46-945f-29faac48a052" providerId="ADAL" clId="{004E8898-58DC-435C-8B84-DEC509863111}" dt="2025-07-20T13:29:29.541" v="1459" actId="9405"/>
        <pc:sldMkLst>
          <pc:docMk/>
          <pc:sldMk cId="884238255" sldId="2590"/>
        </pc:sldMkLst>
        <pc:spChg chg="add del mod">
          <ac:chgData name="Saniya Ahmed" userId="d158fe55-0096-4e46-945f-29faac48a052" providerId="ADAL" clId="{004E8898-58DC-435C-8B84-DEC509863111}" dt="2025-07-19T12:41:44.282" v="625" actId="478"/>
          <ac:spMkLst>
            <pc:docMk/>
            <pc:sldMk cId="884238255" sldId="2590"/>
            <ac:spMk id="3" creationId="{8BE839E5-0DBC-98E4-1271-9B1DDD00F931}"/>
          </ac:spMkLst>
        </pc:spChg>
        <pc:spChg chg="add mod">
          <ac:chgData name="Saniya Ahmed" userId="d158fe55-0096-4e46-945f-29faac48a052" providerId="ADAL" clId="{004E8898-58DC-435C-8B84-DEC509863111}" dt="2025-07-19T12:26:08.141" v="493"/>
          <ac:spMkLst>
            <pc:docMk/>
            <pc:sldMk cId="884238255" sldId="2590"/>
            <ac:spMk id="4" creationId="{07682B6D-1AB5-F279-A440-C91291CADA34}"/>
          </ac:spMkLst>
        </pc:spChg>
        <pc:spChg chg="add mod">
          <ac:chgData name="Saniya Ahmed" userId="d158fe55-0096-4e46-945f-29faac48a052" providerId="ADAL" clId="{004E8898-58DC-435C-8B84-DEC509863111}" dt="2025-07-19T12:27:02.788" v="502" actId="1076"/>
          <ac:spMkLst>
            <pc:docMk/>
            <pc:sldMk cId="884238255" sldId="2590"/>
            <ac:spMk id="5" creationId="{52BBB84A-ACE2-C3A1-35F7-B956424936A0}"/>
          </ac:spMkLst>
        </pc:spChg>
        <pc:spChg chg="add mod">
          <ac:chgData name="Saniya Ahmed" userId="d158fe55-0096-4e46-945f-29faac48a052" providerId="ADAL" clId="{004E8898-58DC-435C-8B84-DEC509863111}" dt="2025-07-19T13:42:22.476" v="1416" actId="14100"/>
          <ac:spMkLst>
            <pc:docMk/>
            <pc:sldMk cId="884238255" sldId="2590"/>
            <ac:spMk id="6" creationId="{C74F1C63-F135-1E2C-D54B-87599FCCAC3D}"/>
          </ac:spMkLst>
        </pc:spChg>
        <pc:spChg chg="add del">
          <ac:chgData name="Saniya Ahmed" userId="d158fe55-0096-4e46-945f-29faac48a052" providerId="ADAL" clId="{004E8898-58DC-435C-8B84-DEC509863111}" dt="2025-07-19T12:47:24.337" v="640" actId="22"/>
          <ac:spMkLst>
            <pc:docMk/>
            <pc:sldMk cId="884238255" sldId="2590"/>
            <ac:spMk id="13" creationId="{67D9D40C-5906-3CE5-A93E-84174FF1A1E0}"/>
          </ac:spMkLst>
        </pc:spChg>
        <pc:graphicFrameChg chg="add mod">
          <ac:chgData name="Saniya Ahmed" userId="d158fe55-0096-4e46-945f-29faac48a052" providerId="ADAL" clId="{004E8898-58DC-435C-8B84-DEC509863111}" dt="2025-07-19T12:41:38.067" v="624"/>
          <ac:graphicFrameMkLst>
            <pc:docMk/>
            <pc:sldMk cId="884238255" sldId="2590"/>
            <ac:graphicFrameMk id="7" creationId="{9AF338A7-10B2-76AB-35A6-C60A72EDE54C}"/>
          </ac:graphicFrameMkLst>
        </pc:graphicFrameChg>
        <pc:picChg chg="del">
          <ac:chgData name="Saniya Ahmed" userId="d158fe55-0096-4e46-945f-29faac48a052" providerId="ADAL" clId="{004E8898-58DC-435C-8B84-DEC509863111}" dt="2025-07-19T12:24:42.767" v="488" actId="478"/>
          <ac:picMkLst>
            <pc:docMk/>
            <pc:sldMk cId="884238255" sldId="2590"/>
            <ac:picMk id="8" creationId="{99434B0A-7A00-F815-07CB-000051495D11}"/>
          </ac:picMkLst>
        </pc:picChg>
        <pc:picChg chg="add del mod">
          <ac:chgData name="Saniya Ahmed" userId="d158fe55-0096-4e46-945f-29faac48a052" providerId="ADAL" clId="{004E8898-58DC-435C-8B84-DEC509863111}" dt="2025-07-19T12:42:05.178" v="629" actId="478"/>
          <ac:picMkLst>
            <pc:docMk/>
            <pc:sldMk cId="884238255" sldId="2590"/>
            <ac:picMk id="10" creationId="{FC207779-D5F8-B045-DD8F-07978D5A7F53}"/>
          </ac:picMkLst>
        </pc:picChg>
        <pc:picChg chg="del">
          <ac:chgData name="Saniya Ahmed" userId="d158fe55-0096-4e46-945f-29faac48a052" providerId="ADAL" clId="{004E8898-58DC-435C-8B84-DEC509863111}" dt="2025-07-19T12:24:40.954" v="487" actId="478"/>
          <ac:picMkLst>
            <pc:docMk/>
            <pc:sldMk cId="884238255" sldId="2590"/>
            <ac:picMk id="11" creationId="{12DF06AA-2EAF-BC16-C990-63A99F0BC979}"/>
          </ac:picMkLst>
        </pc:picChg>
        <pc:picChg chg="add mod">
          <ac:chgData name="Saniya Ahmed" userId="d158fe55-0096-4e46-945f-29faac48a052" providerId="ADAL" clId="{004E8898-58DC-435C-8B84-DEC509863111}" dt="2025-07-19T12:48:55.983" v="662" actId="1076"/>
          <ac:picMkLst>
            <pc:docMk/>
            <pc:sldMk cId="884238255" sldId="2590"/>
            <ac:picMk id="15" creationId="{BFC0347C-B345-B0D8-C8CF-E53959F7F417}"/>
          </ac:picMkLst>
        </pc:picChg>
        <pc:picChg chg="add mod">
          <ac:chgData name="Saniya Ahmed" userId="d158fe55-0096-4e46-945f-29faac48a052" providerId="ADAL" clId="{004E8898-58DC-435C-8B84-DEC509863111}" dt="2025-07-19T13:21:04.119" v="1113" actId="14100"/>
          <ac:picMkLst>
            <pc:docMk/>
            <pc:sldMk cId="884238255" sldId="2590"/>
            <ac:picMk id="16" creationId="{B11B086D-D64C-C632-4A2B-24EC0C14EB2B}"/>
          </ac:picMkLst>
        </pc:picChg>
        <pc:picChg chg="del">
          <ac:chgData name="Saniya Ahmed" userId="d158fe55-0096-4e46-945f-29faac48a052" providerId="ADAL" clId="{004E8898-58DC-435C-8B84-DEC509863111}" dt="2025-07-19T12:24:44.342" v="489" actId="478"/>
          <ac:picMkLst>
            <pc:docMk/>
            <pc:sldMk cId="884238255" sldId="2590"/>
            <ac:picMk id="19" creationId="{40644A58-25B3-EBB5-5E00-01F28D994166}"/>
          </ac:picMkLst>
        </pc:picChg>
        <pc:inkChg chg="add del">
          <ac:chgData name="Saniya Ahmed" userId="d158fe55-0096-4e46-945f-29faac48a052" providerId="ADAL" clId="{004E8898-58DC-435C-8B84-DEC509863111}" dt="2025-07-20T08:28:09.759" v="1439" actId="478"/>
          <ac:inkMkLst>
            <pc:docMk/>
            <pc:sldMk cId="884238255" sldId="2590"/>
            <ac:inkMk id="2" creationId="{C5765535-0A7A-4A7E-0B5B-8AD3975FAFA9}"/>
          </ac:inkMkLst>
        </pc:inkChg>
        <pc:inkChg chg="add del">
          <ac:chgData name="Saniya Ahmed" userId="d158fe55-0096-4e46-945f-29faac48a052" providerId="ADAL" clId="{004E8898-58DC-435C-8B84-DEC509863111}" dt="2025-07-20T13:18:31.970" v="1443" actId="9405"/>
          <ac:inkMkLst>
            <pc:docMk/>
            <pc:sldMk cId="884238255" sldId="2590"/>
            <ac:inkMk id="3" creationId="{628206CB-3A8B-B82A-7236-571E418CBFEE}"/>
          </ac:inkMkLst>
        </pc:inkChg>
        <pc:inkChg chg="add del">
          <ac:chgData name="Saniya Ahmed" userId="d158fe55-0096-4e46-945f-29faac48a052" providerId="ADAL" clId="{004E8898-58DC-435C-8B84-DEC509863111}" dt="2025-07-20T13:29:29.541" v="1459" actId="9405"/>
          <ac:inkMkLst>
            <pc:docMk/>
            <pc:sldMk cId="884238255" sldId="2590"/>
            <ac:inkMk id="4" creationId="{6B134ADD-0FE0-83EF-2198-C4B551ACFBD6}"/>
          </ac:inkMkLst>
        </pc:inkChg>
        <pc:inkChg chg="add del">
          <ac:chgData name="Saniya Ahmed" userId="d158fe55-0096-4e46-945f-29faac48a052" providerId="ADAL" clId="{004E8898-58DC-435C-8B84-DEC509863111}" dt="2025-07-20T13:29:29.122" v="1458" actId="9405"/>
          <ac:inkMkLst>
            <pc:docMk/>
            <pc:sldMk cId="884238255" sldId="2590"/>
            <ac:inkMk id="7" creationId="{EF22A17F-7ABA-83FE-5BA0-8D460B9BFFAF}"/>
          </ac:inkMkLst>
        </pc:inkChg>
        <pc:inkChg chg="add del">
          <ac:chgData name="Saniya Ahmed" userId="d158fe55-0096-4e46-945f-29faac48a052" providerId="ADAL" clId="{004E8898-58DC-435C-8B84-DEC509863111}" dt="2025-07-20T13:29:28.913" v="1457" actId="9405"/>
          <ac:inkMkLst>
            <pc:docMk/>
            <pc:sldMk cId="884238255" sldId="2590"/>
            <ac:inkMk id="8" creationId="{71877952-6F12-F28E-3924-43DA955D0F6C}"/>
          </ac:inkMkLst>
        </pc:inkChg>
        <pc:inkChg chg="add del">
          <ac:chgData name="Saniya Ahmed" userId="d158fe55-0096-4e46-945f-29faac48a052" providerId="ADAL" clId="{004E8898-58DC-435C-8B84-DEC509863111}" dt="2025-07-20T13:29:28.551" v="1456" actId="9405"/>
          <ac:inkMkLst>
            <pc:docMk/>
            <pc:sldMk cId="884238255" sldId="2590"/>
            <ac:inkMk id="9" creationId="{49D01B9B-2C6A-9DC5-CEAF-24EEC2DF4668}"/>
          </ac:inkMkLst>
        </pc:inkChg>
      </pc:sldChg>
      <pc:sldChg chg="addSp modSp mod modNotesTx">
        <pc:chgData name="Saniya Ahmed" userId="d158fe55-0096-4e46-945f-29faac48a052" providerId="ADAL" clId="{004E8898-58DC-435C-8B84-DEC509863111}" dt="2025-07-19T13:39:11.515" v="1399" actId="20577"/>
        <pc:sldMkLst>
          <pc:docMk/>
          <pc:sldMk cId="1300814154" sldId="2591"/>
        </pc:sldMkLst>
        <pc:spChg chg="mod">
          <ac:chgData name="Saniya Ahmed" userId="d158fe55-0096-4e46-945f-29faac48a052" providerId="ADAL" clId="{004E8898-58DC-435C-8B84-DEC509863111}" dt="2025-07-19T12:59:47.923" v="795" actId="207"/>
          <ac:spMkLst>
            <pc:docMk/>
            <pc:sldMk cId="1300814154" sldId="2591"/>
            <ac:spMk id="22" creationId="{C4D88D80-FC34-3EFA-0E0C-6BD72E6BDF7F}"/>
          </ac:spMkLst>
        </pc:spChg>
        <pc:spChg chg="mod">
          <ac:chgData name="Saniya Ahmed" userId="d158fe55-0096-4e46-945f-29faac48a052" providerId="ADAL" clId="{004E8898-58DC-435C-8B84-DEC509863111}" dt="2025-07-19T13:00:07.968" v="799" actId="208"/>
          <ac:spMkLst>
            <pc:docMk/>
            <pc:sldMk cId="1300814154" sldId="2591"/>
            <ac:spMk id="23" creationId="{ADE9D77E-1B81-7E3F-98C1-E45ABEE4059E}"/>
          </ac:spMkLst>
        </pc:spChg>
        <pc:spChg chg="mod">
          <ac:chgData name="Saniya Ahmed" userId="d158fe55-0096-4e46-945f-29faac48a052" providerId="ADAL" clId="{004E8898-58DC-435C-8B84-DEC509863111}" dt="2025-07-19T13:00:07.968" v="799" actId="208"/>
          <ac:spMkLst>
            <pc:docMk/>
            <pc:sldMk cId="1300814154" sldId="2591"/>
            <ac:spMk id="26" creationId="{50D934FE-73E1-5CEB-EBB4-135BECEF503D}"/>
          </ac:spMkLst>
        </pc:spChg>
        <pc:picChg chg="add mod">
          <ac:chgData name="Saniya Ahmed" userId="d158fe55-0096-4e46-945f-29faac48a052" providerId="ADAL" clId="{004E8898-58DC-435C-8B84-DEC509863111}" dt="2025-07-19T13:21:36.941" v="1122" actId="1076"/>
          <ac:picMkLst>
            <pc:docMk/>
            <pc:sldMk cId="1300814154" sldId="2591"/>
            <ac:picMk id="2" creationId="{28998184-3D58-FF62-AF8D-7FFF1EA53378}"/>
          </ac:picMkLst>
        </pc:picChg>
      </pc:sldChg>
      <pc:sldChg chg="addSp delSp modSp add mod setBg delDesignElem modNotesTx">
        <pc:chgData name="Saniya Ahmed" userId="d158fe55-0096-4e46-945f-29faac48a052" providerId="ADAL" clId="{004E8898-58DC-435C-8B84-DEC509863111}" dt="2025-07-20T08:28:12.254" v="1440" actId="478"/>
        <pc:sldMkLst>
          <pc:docMk/>
          <pc:sldMk cId="2027242141" sldId="2592"/>
        </pc:sldMkLst>
        <pc:spChg chg="mod">
          <ac:chgData name="Saniya Ahmed" userId="d158fe55-0096-4e46-945f-29faac48a052" providerId="ADAL" clId="{004E8898-58DC-435C-8B84-DEC509863111}" dt="2025-07-19T12:54:18.996" v="702" actId="20577"/>
          <ac:spMkLst>
            <pc:docMk/>
            <pc:sldMk cId="2027242141" sldId="2592"/>
            <ac:spMk id="4" creationId="{A89C97CE-C459-E125-F6DF-4D8C1C9F53C2}"/>
          </ac:spMkLst>
        </pc:spChg>
        <pc:spChg chg="del">
          <ac:chgData name="Saniya Ahmed" userId="d158fe55-0096-4e46-945f-29faac48a052" providerId="ADAL" clId="{004E8898-58DC-435C-8B84-DEC509863111}" dt="2025-07-19T12:32:30.058" v="561"/>
          <ac:spMkLst>
            <pc:docMk/>
            <pc:sldMk cId="2027242141" sldId="2592"/>
            <ac:spMk id="10" creationId="{D7C75B8A-681A-1B8F-2DB9-D81097DAAD4E}"/>
          </ac:spMkLst>
        </pc:spChg>
        <pc:spChg chg="del">
          <ac:chgData name="Saniya Ahmed" userId="d158fe55-0096-4e46-945f-29faac48a052" providerId="ADAL" clId="{004E8898-58DC-435C-8B84-DEC509863111}" dt="2025-07-19T12:32:30.058" v="561"/>
          <ac:spMkLst>
            <pc:docMk/>
            <pc:sldMk cId="2027242141" sldId="2592"/>
            <ac:spMk id="12" creationId="{7465A3F2-C8AF-4D40-3CC4-9EE2E8395DA4}"/>
          </ac:spMkLst>
        </pc:spChg>
        <pc:spChg chg="del">
          <ac:chgData name="Saniya Ahmed" userId="d158fe55-0096-4e46-945f-29faac48a052" providerId="ADAL" clId="{004E8898-58DC-435C-8B84-DEC509863111}" dt="2025-07-19T12:32:30.058" v="561"/>
          <ac:spMkLst>
            <pc:docMk/>
            <pc:sldMk cId="2027242141" sldId="2592"/>
            <ac:spMk id="14" creationId="{03516FDC-8F08-5666-825C-C989CF19D481}"/>
          </ac:spMkLst>
        </pc:spChg>
        <pc:spChg chg="del">
          <ac:chgData name="Saniya Ahmed" userId="d158fe55-0096-4e46-945f-29faac48a052" providerId="ADAL" clId="{004E8898-58DC-435C-8B84-DEC509863111}" dt="2025-07-19T12:32:30.058" v="561"/>
          <ac:spMkLst>
            <pc:docMk/>
            <pc:sldMk cId="2027242141" sldId="2592"/>
            <ac:spMk id="16" creationId="{A572E235-A66E-7520-56C4-4CECFCA20F5E}"/>
          </ac:spMkLst>
        </pc:spChg>
        <pc:spChg chg="del">
          <ac:chgData name="Saniya Ahmed" userId="d158fe55-0096-4e46-945f-29faac48a052" providerId="ADAL" clId="{004E8898-58DC-435C-8B84-DEC509863111}" dt="2025-07-19T12:32:30.058" v="561"/>
          <ac:spMkLst>
            <pc:docMk/>
            <pc:sldMk cId="2027242141" sldId="2592"/>
            <ac:spMk id="18" creationId="{028840CB-7089-D354-6974-1D7B1E1A801A}"/>
          </ac:spMkLst>
        </pc:spChg>
        <pc:spChg chg="mod">
          <ac:chgData name="Saniya Ahmed" userId="d158fe55-0096-4e46-945f-29faac48a052" providerId="ADAL" clId="{004E8898-58DC-435C-8B84-DEC509863111}" dt="2025-07-19T12:43:17.203" v="638" actId="20577"/>
          <ac:spMkLst>
            <pc:docMk/>
            <pc:sldMk cId="2027242141" sldId="2592"/>
            <ac:spMk id="22" creationId="{37D7AA0F-B50D-B865-C4A1-2649DE6CC250}"/>
          </ac:spMkLst>
        </pc:spChg>
        <pc:picChg chg="add mod modCrop">
          <ac:chgData name="Saniya Ahmed" userId="d158fe55-0096-4e46-945f-29faac48a052" providerId="ADAL" clId="{004E8898-58DC-435C-8B84-DEC509863111}" dt="2025-07-19T12:54:32.084" v="703" actId="1076"/>
          <ac:picMkLst>
            <pc:docMk/>
            <pc:sldMk cId="2027242141" sldId="2592"/>
            <ac:picMk id="7" creationId="{43F1DA67-0F84-662E-9E55-9E88A7862BFB}"/>
          </ac:picMkLst>
        </pc:picChg>
        <pc:picChg chg="add mod">
          <ac:chgData name="Saniya Ahmed" userId="d158fe55-0096-4e46-945f-29faac48a052" providerId="ADAL" clId="{004E8898-58DC-435C-8B84-DEC509863111}" dt="2025-07-19T13:21:31.420" v="1120" actId="1076"/>
          <ac:picMkLst>
            <pc:docMk/>
            <pc:sldMk cId="2027242141" sldId="2592"/>
            <ac:picMk id="8" creationId="{F7971E58-E536-B90B-506B-2693936AAF60}"/>
          </ac:picMkLst>
        </pc:picChg>
        <pc:inkChg chg="add del">
          <ac:chgData name="Saniya Ahmed" userId="d158fe55-0096-4e46-945f-29faac48a052" providerId="ADAL" clId="{004E8898-58DC-435C-8B84-DEC509863111}" dt="2025-07-20T08:28:12.254" v="1440" actId="478"/>
          <ac:inkMkLst>
            <pc:docMk/>
            <pc:sldMk cId="2027242141" sldId="2592"/>
            <ac:inkMk id="6" creationId="{9133E3D4-EA93-C6EF-611C-57715D9B9091}"/>
          </ac:inkMkLst>
        </pc:inkChg>
      </pc:sldChg>
      <pc:sldChg chg="addSp delSp modSp add mod setBg delDesignElem modNotesTx">
        <pc:chgData name="Saniya Ahmed" userId="d158fe55-0096-4e46-945f-29faac48a052" providerId="ADAL" clId="{004E8898-58DC-435C-8B84-DEC509863111}" dt="2025-07-19T13:21:55.850" v="1128" actId="14100"/>
        <pc:sldMkLst>
          <pc:docMk/>
          <pc:sldMk cId="17229874" sldId="2593"/>
        </pc:sldMkLst>
        <pc:spChg chg="mod">
          <ac:chgData name="Saniya Ahmed" userId="d158fe55-0096-4e46-945f-29faac48a052" providerId="ADAL" clId="{004E8898-58DC-435C-8B84-DEC509863111}" dt="2025-07-19T13:17:59.621" v="1076" actId="20577"/>
          <ac:spMkLst>
            <pc:docMk/>
            <pc:sldMk cId="17229874" sldId="2593"/>
            <ac:spMk id="4" creationId="{31A4ECCD-1706-3845-04DA-0DD318EE90CC}"/>
          </ac:spMkLst>
        </pc:spChg>
        <pc:spChg chg="add">
          <ac:chgData name="Saniya Ahmed" userId="d158fe55-0096-4e46-945f-29faac48a052" providerId="ADAL" clId="{004E8898-58DC-435C-8B84-DEC509863111}" dt="2025-07-19T13:16:57.307" v="1053"/>
          <ac:spMkLst>
            <pc:docMk/>
            <pc:sldMk cId="17229874" sldId="2593"/>
            <ac:spMk id="6" creationId="{697BEEFE-04A1-0794-F205-82BA72CCC2B8}"/>
          </ac:spMkLst>
        </pc:spChg>
        <pc:spChg chg="add">
          <ac:chgData name="Saniya Ahmed" userId="d158fe55-0096-4e46-945f-29faac48a052" providerId="ADAL" clId="{004E8898-58DC-435C-8B84-DEC509863111}" dt="2025-07-19T13:17:00.051" v="1054"/>
          <ac:spMkLst>
            <pc:docMk/>
            <pc:sldMk cId="17229874" sldId="2593"/>
            <ac:spMk id="7" creationId="{B2903436-D68F-541A-B964-25BFBB90CA91}"/>
          </ac:spMkLst>
        </pc:spChg>
        <pc:spChg chg="del">
          <ac:chgData name="Saniya Ahmed" userId="d158fe55-0096-4e46-945f-29faac48a052" providerId="ADAL" clId="{004E8898-58DC-435C-8B84-DEC509863111}" dt="2025-07-19T13:16:04.168" v="1037"/>
          <ac:spMkLst>
            <pc:docMk/>
            <pc:sldMk cId="17229874" sldId="2593"/>
            <ac:spMk id="10" creationId="{D8D3E63F-B018-CD41-E9D4-A7A8D0589F0D}"/>
          </ac:spMkLst>
        </pc:spChg>
        <pc:spChg chg="del">
          <ac:chgData name="Saniya Ahmed" userId="d158fe55-0096-4e46-945f-29faac48a052" providerId="ADAL" clId="{004E8898-58DC-435C-8B84-DEC509863111}" dt="2025-07-19T13:16:04.168" v="1037"/>
          <ac:spMkLst>
            <pc:docMk/>
            <pc:sldMk cId="17229874" sldId="2593"/>
            <ac:spMk id="12" creationId="{53D961C8-2262-079B-62E7-90F1A3B96FD0}"/>
          </ac:spMkLst>
        </pc:spChg>
        <pc:spChg chg="del">
          <ac:chgData name="Saniya Ahmed" userId="d158fe55-0096-4e46-945f-29faac48a052" providerId="ADAL" clId="{004E8898-58DC-435C-8B84-DEC509863111}" dt="2025-07-19T13:16:04.168" v="1037"/>
          <ac:spMkLst>
            <pc:docMk/>
            <pc:sldMk cId="17229874" sldId="2593"/>
            <ac:spMk id="14" creationId="{D4DB3E28-F3DD-920D-8F9C-F0F0AED42B84}"/>
          </ac:spMkLst>
        </pc:spChg>
        <pc:spChg chg="del">
          <ac:chgData name="Saniya Ahmed" userId="d158fe55-0096-4e46-945f-29faac48a052" providerId="ADAL" clId="{004E8898-58DC-435C-8B84-DEC509863111}" dt="2025-07-19T13:16:04.168" v="1037"/>
          <ac:spMkLst>
            <pc:docMk/>
            <pc:sldMk cId="17229874" sldId="2593"/>
            <ac:spMk id="16" creationId="{832E4DB3-E781-4F87-B98B-274E752BADA3}"/>
          </ac:spMkLst>
        </pc:spChg>
        <pc:spChg chg="del">
          <ac:chgData name="Saniya Ahmed" userId="d158fe55-0096-4e46-945f-29faac48a052" providerId="ADAL" clId="{004E8898-58DC-435C-8B84-DEC509863111}" dt="2025-07-19T13:16:04.168" v="1037"/>
          <ac:spMkLst>
            <pc:docMk/>
            <pc:sldMk cId="17229874" sldId="2593"/>
            <ac:spMk id="18" creationId="{30439D62-E94E-B44A-54CD-6DAA8336CB62}"/>
          </ac:spMkLst>
        </pc:spChg>
        <pc:spChg chg="mod">
          <ac:chgData name="Saniya Ahmed" userId="d158fe55-0096-4e46-945f-29faac48a052" providerId="ADAL" clId="{004E8898-58DC-435C-8B84-DEC509863111}" dt="2025-07-19T13:18:08.614" v="1078" actId="20577"/>
          <ac:spMkLst>
            <pc:docMk/>
            <pc:sldMk cId="17229874" sldId="2593"/>
            <ac:spMk id="22" creationId="{40AFE2E9-6CC5-98E1-B0A1-8992A4BD7B24}"/>
          </ac:spMkLst>
        </pc:spChg>
        <pc:picChg chg="add mod">
          <ac:chgData name="Saniya Ahmed" userId="d158fe55-0096-4e46-945f-29faac48a052" providerId="ADAL" clId="{004E8898-58DC-435C-8B84-DEC509863111}" dt="2025-07-19T13:21:55.850" v="1128" actId="14100"/>
          <ac:picMkLst>
            <pc:docMk/>
            <pc:sldMk cId="17229874" sldId="2593"/>
            <ac:picMk id="8" creationId="{7BE95358-BC66-0DB4-7747-79DB247F329B}"/>
          </ac:picMkLst>
        </pc:picChg>
      </pc:sldChg>
      <pc:sldChg chg="modSp add del ord">
        <pc:chgData name="Saniya Ahmed" userId="d158fe55-0096-4e46-945f-29faac48a052" providerId="ADAL" clId="{004E8898-58DC-435C-8B84-DEC509863111}" dt="2025-07-19T12:58:33.473" v="725" actId="2696"/>
        <pc:sldMkLst>
          <pc:docMk/>
          <pc:sldMk cId="952652599" sldId="2593"/>
        </pc:sldMkLst>
        <pc:spChg chg="mod">
          <ac:chgData name="Saniya Ahmed" userId="d158fe55-0096-4e46-945f-29faac48a052" providerId="ADAL" clId="{004E8898-58DC-435C-8B84-DEC509863111}" dt="2025-07-19T12:58:25.706" v="724" actId="20577"/>
          <ac:spMkLst>
            <pc:docMk/>
            <pc:sldMk cId="952652599" sldId="2593"/>
            <ac:spMk id="5" creationId="{EDB3D918-BC3D-4AB1-A413-383893AC60FD}"/>
          </ac:spMkLst>
        </pc:spChg>
      </pc:sldChg>
      <pc:sldChg chg="addSp delSp add del setBg delDesignElem">
        <pc:chgData name="Saniya Ahmed" userId="d158fe55-0096-4e46-945f-29faac48a052" providerId="ADAL" clId="{004E8898-58DC-435C-8B84-DEC509863111}" dt="2025-07-19T12:32:56.220" v="566"/>
        <pc:sldMkLst>
          <pc:docMk/>
          <pc:sldMk cId="1728657430" sldId="2593"/>
        </pc:sldMkLst>
        <pc:spChg chg="add del">
          <ac:chgData name="Saniya Ahmed" userId="d158fe55-0096-4e46-945f-29faac48a052" providerId="ADAL" clId="{004E8898-58DC-435C-8B84-DEC509863111}" dt="2025-07-19T12:32:56.220" v="566"/>
          <ac:spMkLst>
            <pc:docMk/>
            <pc:sldMk cId="1728657430" sldId="2593"/>
            <ac:spMk id="10" creationId="{1E24CC04-2A41-68A2-EE39-5B3F3E5A48A6}"/>
          </ac:spMkLst>
        </pc:spChg>
        <pc:spChg chg="add del">
          <ac:chgData name="Saniya Ahmed" userId="d158fe55-0096-4e46-945f-29faac48a052" providerId="ADAL" clId="{004E8898-58DC-435C-8B84-DEC509863111}" dt="2025-07-19T12:32:56.220" v="566"/>
          <ac:spMkLst>
            <pc:docMk/>
            <pc:sldMk cId="1728657430" sldId="2593"/>
            <ac:spMk id="12" creationId="{CDFA1146-9699-0C50-5AFE-4AC5E281CDE6}"/>
          </ac:spMkLst>
        </pc:spChg>
        <pc:spChg chg="add del">
          <ac:chgData name="Saniya Ahmed" userId="d158fe55-0096-4e46-945f-29faac48a052" providerId="ADAL" clId="{004E8898-58DC-435C-8B84-DEC509863111}" dt="2025-07-19T12:32:56.220" v="566"/>
          <ac:spMkLst>
            <pc:docMk/>
            <pc:sldMk cId="1728657430" sldId="2593"/>
            <ac:spMk id="14" creationId="{D88D5375-B3CF-4884-3223-81F5EBA54451}"/>
          </ac:spMkLst>
        </pc:spChg>
        <pc:spChg chg="add del">
          <ac:chgData name="Saniya Ahmed" userId="d158fe55-0096-4e46-945f-29faac48a052" providerId="ADAL" clId="{004E8898-58DC-435C-8B84-DEC509863111}" dt="2025-07-19T12:32:56.220" v="566"/>
          <ac:spMkLst>
            <pc:docMk/>
            <pc:sldMk cId="1728657430" sldId="2593"/>
            <ac:spMk id="16" creationId="{3739B9D7-7BF8-AC23-3366-5529E2AD5938}"/>
          </ac:spMkLst>
        </pc:spChg>
        <pc:spChg chg="add del">
          <ac:chgData name="Saniya Ahmed" userId="d158fe55-0096-4e46-945f-29faac48a052" providerId="ADAL" clId="{004E8898-58DC-435C-8B84-DEC509863111}" dt="2025-07-19T12:32:56.220" v="566"/>
          <ac:spMkLst>
            <pc:docMk/>
            <pc:sldMk cId="1728657430" sldId="2593"/>
            <ac:spMk id="18" creationId="{9BC71136-FCEE-4B0E-B670-287CE24FCDA8}"/>
          </ac:spMkLst>
        </pc:spChg>
      </pc:sldChg>
      <pc:sldChg chg="addSp delSp modSp add del mod setBg delDesignElem">
        <pc:chgData name="Saniya Ahmed" userId="d158fe55-0096-4e46-945f-29faac48a052" providerId="ADAL" clId="{004E8898-58DC-435C-8B84-DEC509863111}" dt="2025-07-19T13:15:59.463" v="1035"/>
        <pc:sldMkLst>
          <pc:docMk/>
          <pc:sldMk cId="1864728211" sldId="2593"/>
        </pc:sldMkLst>
        <pc:spChg chg="add del">
          <ac:chgData name="Saniya Ahmed" userId="d158fe55-0096-4e46-945f-29faac48a052" providerId="ADAL" clId="{004E8898-58DC-435C-8B84-DEC509863111}" dt="2025-07-19T13:15:48.885" v="1030" actId="478"/>
          <ac:spMkLst>
            <pc:docMk/>
            <pc:sldMk cId="1864728211" sldId="2593"/>
            <ac:spMk id="2" creationId="{A29E47B4-22CB-6451-F375-5EF24A5B060E}"/>
          </ac:spMkLst>
        </pc:spChg>
        <pc:spChg chg="add del">
          <ac:chgData name="Saniya Ahmed" userId="d158fe55-0096-4e46-945f-29faac48a052" providerId="ADAL" clId="{004E8898-58DC-435C-8B84-DEC509863111}" dt="2025-07-19T13:15:59.463" v="1035"/>
          <ac:spMkLst>
            <pc:docMk/>
            <pc:sldMk cId="1864728211" sldId="2593"/>
            <ac:spMk id="10" creationId="{244D46CD-708C-CB5E-72BF-718BD8EED94D}"/>
          </ac:spMkLst>
        </pc:spChg>
        <pc:spChg chg="add del">
          <ac:chgData name="Saniya Ahmed" userId="d158fe55-0096-4e46-945f-29faac48a052" providerId="ADAL" clId="{004E8898-58DC-435C-8B84-DEC509863111}" dt="2025-07-19T13:15:59.463" v="1035"/>
          <ac:spMkLst>
            <pc:docMk/>
            <pc:sldMk cId="1864728211" sldId="2593"/>
            <ac:spMk id="12" creationId="{7C7857E1-0AD1-AD61-F105-259B69E4A323}"/>
          </ac:spMkLst>
        </pc:spChg>
        <pc:spChg chg="add del">
          <ac:chgData name="Saniya Ahmed" userId="d158fe55-0096-4e46-945f-29faac48a052" providerId="ADAL" clId="{004E8898-58DC-435C-8B84-DEC509863111}" dt="2025-07-19T13:15:59.463" v="1035"/>
          <ac:spMkLst>
            <pc:docMk/>
            <pc:sldMk cId="1864728211" sldId="2593"/>
            <ac:spMk id="14" creationId="{97A25962-3D17-9386-A8A9-3847E7B99DA0}"/>
          </ac:spMkLst>
        </pc:spChg>
        <pc:spChg chg="add del">
          <ac:chgData name="Saniya Ahmed" userId="d158fe55-0096-4e46-945f-29faac48a052" providerId="ADAL" clId="{004E8898-58DC-435C-8B84-DEC509863111}" dt="2025-07-19T13:15:59.463" v="1035"/>
          <ac:spMkLst>
            <pc:docMk/>
            <pc:sldMk cId="1864728211" sldId="2593"/>
            <ac:spMk id="16" creationId="{6074ECA3-F096-58E8-21CA-AAEDBF01DB52}"/>
          </ac:spMkLst>
        </pc:spChg>
        <pc:spChg chg="mod">
          <ac:chgData name="Saniya Ahmed" userId="d158fe55-0096-4e46-945f-29faac48a052" providerId="ADAL" clId="{004E8898-58DC-435C-8B84-DEC509863111}" dt="2025-07-19T13:15:58.944" v="1034" actId="207"/>
          <ac:spMkLst>
            <pc:docMk/>
            <pc:sldMk cId="1864728211" sldId="2593"/>
            <ac:spMk id="17" creationId="{29D3150C-8B74-BA66-0C58-F5DCFE52E9E9}"/>
          </ac:spMkLst>
        </pc:spChg>
        <pc:spChg chg="add del">
          <ac:chgData name="Saniya Ahmed" userId="d158fe55-0096-4e46-945f-29faac48a052" providerId="ADAL" clId="{004E8898-58DC-435C-8B84-DEC509863111}" dt="2025-07-19T13:15:59.463" v="1035"/>
          <ac:spMkLst>
            <pc:docMk/>
            <pc:sldMk cId="1864728211" sldId="2593"/>
            <ac:spMk id="18" creationId="{208534EB-07EF-3055-933A-686A565815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A83AA-209D-44BD-8C6A-3AFA1A183BE9}" type="datetimeFigureOut">
              <a:rPr lang="en-GB" smtClean="0"/>
              <a:t>20/07/2025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37681-B948-43AC-BBC9-CE0D80E4D1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85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 everyone!</a:t>
            </a:r>
            <a:br>
              <a:rPr lang="en-US" dirty="0"/>
            </a:br>
            <a:r>
              <a:rPr lang="en-US" dirty="0"/>
              <a:t>Welcome to this short but powerful session on </a:t>
            </a:r>
            <a:r>
              <a:rPr lang="en-US" b="1" dirty="0"/>
              <a:t>Power BI</a:t>
            </a:r>
            <a:r>
              <a:rPr lang="en-US" dirty="0"/>
              <a:t> – Microsoft’s tool for data analysis and visualization.</a:t>
            </a:r>
            <a:br>
              <a:rPr lang="en-US" dirty="0"/>
            </a:br>
            <a:r>
              <a:rPr lang="en-US" dirty="0"/>
              <a:t>In just 15 minutes, I’ll give you a quick overview, show you how it works, and even guide you through a short hands-on demo.</a:t>
            </a:r>
            <a:r>
              <a:rPr lang="en-GB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211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 Intro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937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579C-E028-BE0C-E06E-AE9F9A04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DC655-FBA4-8C37-0FEE-41E286A9A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9AB6C-2344-38F0-4170-9414659A4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None/>
            </a:pPr>
            <a:r>
              <a:rPr lang="en-US" dirty="0"/>
              <a:t>Here’s our agenda for today:</a:t>
            </a:r>
            <a:br>
              <a:rPr lang="en-US" dirty="0"/>
            </a:br>
            <a:r>
              <a:rPr lang="en-US" dirty="0"/>
              <a:t>We’ll start with a quick intro to what Power BI is,</a:t>
            </a:r>
            <a:br>
              <a:rPr lang="en-US" dirty="0"/>
            </a:br>
            <a:r>
              <a:rPr lang="en-US" dirty="0"/>
              <a:t>explore its interface, load datasets</a:t>
            </a:r>
            <a:br>
              <a:rPr lang="en-US" dirty="0"/>
            </a:br>
            <a:r>
              <a:rPr lang="en-US" dirty="0"/>
              <a:t>look at some real-world examples,</a:t>
            </a:r>
            <a:br>
              <a:rPr lang="en-US" dirty="0"/>
            </a:br>
            <a:r>
              <a:rPr lang="en-US" dirty="0"/>
              <a:t>then jump into a live demo where we’ll build a mini dashboard.</a:t>
            </a:r>
            <a:br>
              <a:rPr lang="en-US" dirty="0"/>
            </a:br>
            <a:r>
              <a:rPr lang="en-US" dirty="0"/>
              <a:t>We’ll finish with a quick knowledge check and a recap.</a:t>
            </a:r>
            <a:endParaRPr lang="en-GB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7B1DC-95B3-260A-BA00-69E324754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966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EB60-0684-694F-48F1-CAB191DB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48D9C-B72A-C171-EBDD-6327E407A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8FC20-F00A-3106-1FB9-328211262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is a business analytics tool developed by Microsoft.</a:t>
            </a:r>
            <a:br>
              <a:rPr lang="en-US" dirty="0"/>
            </a:br>
            <a:r>
              <a:rPr lang="en-US" dirty="0"/>
              <a:t>It helps you turn raw data into meaningful insights through visual dashboards and interactive reports.</a:t>
            </a:r>
          </a:p>
          <a:p>
            <a:r>
              <a:rPr lang="en-US" dirty="0"/>
              <a:t>You can connect to a variety of data sources like Excel, SQL databases, SharePoint, and even cloud services like Salesforce and Google Analytics.</a:t>
            </a:r>
          </a:p>
          <a:p>
            <a:r>
              <a:rPr lang="en-US" dirty="0"/>
              <a:t>Once the data is loaded, Power BI lets you clean it, model it, and visualize it in many different ways.</a:t>
            </a:r>
            <a:br>
              <a:rPr lang="en-US" dirty="0"/>
            </a:br>
            <a:r>
              <a:rPr lang="en-US" dirty="0"/>
              <a:t>And the best part? It’s designed for everyone  from analysts to decision-makers.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2F9BD-4AD1-DB09-01E6-387E02466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77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B1F47-4725-A05E-45EC-A43E62BF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F5C5F-1DFF-C056-FEFE-DA1140371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92A05-D982-16AE-DA0E-87512AC5B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is made up of several key components: But these are the 3 main components</a:t>
            </a:r>
          </a:p>
          <a:p>
            <a:r>
              <a:rPr lang="en-US" b="1" dirty="0"/>
              <a:t>Power BI Desktop</a:t>
            </a:r>
            <a:r>
              <a:rPr lang="en-US" dirty="0"/>
              <a:t> – This is your main tool to create and design reports. It’s free and very user-friendly.</a:t>
            </a:r>
          </a:p>
          <a:p>
            <a:r>
              <a:rPr lang="en-US" b="1" dirty="0"/>
              <a:t>Power BI Service</a:t>
            </a:r>
            <a:r>
              <a:rPr lang="en-US" dirty="0"/>
              <a:t> – This is the online platform where you publish and share reports with your team.</a:t>
            </a:r>
          </a:p>
          <a:p>
            <a:r>
              <a:rPr lang="en-US" b="1" dirty="0"/>
              <a:t>Power BI Mobile</a:t>
            </a:r>
            <a:r>
              <a:rPr lang="en-US" dirty="0"/>
              <a:t> – For viewing reports on your phone or tablet.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None/>
            </a:pPr>
            <a:endParaRPr lang="en-GB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86040-6EC3-AAAE-D514-61689FB2B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139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6E93-EDA4-1F3A-430E-77CA29BFF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36DA7-C4E4-87B1-13FE-388867540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D5240-8769-6813-C861-A008BBE3F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None/>
            </a:pPr>
            <a:r>
              <a:rPr lang="en-US" dirty="0"/>
              <a:t>Start sharing screen in Power BI Desktop</a:t>
            </a:r>
          </a:p>
          <a:p>
            <a:r>
              <a:rPr lang="en-US" b="1" dirty="0"/>
              <a:t>“First, we load our data.”</a:t>
            </a:r>
            <a:br>
              <a:rPr lang="en-US" dirty="0"/>
            </a:br>
            <a:r>
              <a:rPr lang="en-US" i="1" dirty="0"/>
              <a:t>(Click on “Get Data” &gt; Excel &gt; Select file)</a:t>
            </a:r>
            <a:br>
              <a:rPr lang="en-US" dirty="0"/>
            </a:br>
            <a:r>
              <a:rPr lang="en-US" dirty="0"/>
              <a:t>“I’m using a simple sales dataset with columns like Region, Product, Sales Amount, and Date.”</a:t>
            </a:r>
          </a:p>
          <a:p>
            <a:r>
              <a:rPr lang="en-US" b="1" dirty="0"/>
              <a:t>“Next, let’s create a bar chart.”</a:t>
            </a:r>
            <a:br>
              <a:rPr lang="en-US" dirty="0"/>
            </a:br>
            <a:r>
              <a:rPr lang="en-US" i="1" dirty="0"/>
              <a:t>(Drag Region into Axis, Sales into Values)</a:t>
            </a:r>
            <a:br>
              <a:rPr lang="en-US" dirty="0"/>
            </a:br>
            <a:r>
              <a:rPr lang="en-US" dirty="0"/>
              <a:t>“This shows total sales by region.”</a:t>
            </a:r>
          </a:p>
          <a:p>
            <a:r>
              <a:rPr lang="en-US" b="1" dirty="0"/>
              <a:t>“Let’s add a card to display total sales.”</a:t>
            </a:r>
            <a:br>
              <a:rPr lang="en-US" dirty="0"/>
            </a:br>
            <a:r>
              <a:rPr lang="en-US" i="1" dirty="0"/>
              <a:t>(Card visualization, drop Sales field)</a:t>
            </a:r>
            <a:endParaRPr lang="en-US" dirty="0"/>
          </a:p>
          <a:p>
            <a:r>
              <a:rPr lang="en-US" b="1" dirty="0"/>
              <a:t>“Now, we’ll add a slicer so we can filter by Region.”</a:t>
            </a:r>
            <a:br>
              <a:rPr lang="en-US" dirty="0"/>
            </a:br>
            <a:r>
              <a:rPr lang="en-US" i="1" dirty="0"/>
              <a:t>(Slicer visualization with Region field)</a:t>
            </a:r>
            <a:endParaRPr lang="en-US" dirty="0"/>
          </a:p>
          <a:p>
            <a:r>
              <a:rPr lang="en-US" dirty="0"/>
              <a:t>“And that’s it — in just a couple of minutes, we’ve built an interactive report.”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None/>
            </a:pPr>
            <a:endParaRPr lang="en-GB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E6288-D2BB-52CD-01A3-4001EF4A2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499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FD84-AC40-5BE3-7D83-F391DEC7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83A94-7617-3B5C-FC81-AF3A81668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3DEE0-5EF3-51BC-0724-F4A2EB207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is used in a wide range of industries and departments.</a:t>
            </a:r>
          </a:p>
          <a:p>
            <a:r>
              <a:rPr lang="en-US" dirty="0"/>
              <a:t>For example, a </a:t>
            </a:r>
            <a:r>
              <a:rPr lang="en-US" b="1" dirty="0"/>
              <a:t>sales team</a:t>
            </a:r>
            <a:r>
              <a:rPr lang="en-US" dirty="0"/>
              <a:t> might use it to track regional performance across time.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finance department</a:t>
            </a:r>
            <a:r>
              <a:rPr lang="en-US" dirty="0"/>
              <a:t> can monitor KPIs like revenue, profit margins, and expenses.</a:t>
            </a:r>
            <a:br>
              <a:rPr lang="en-US" dirty="0"/>
            </a:br>
            <a:r>
              <a:rPr lang="en-US" dirty="0"/>
              <a:t>Even </a:t>
            </a:r>
            <a:r>
              <a:rPr lang="en-US" b="1" dirty="0"/>
              <a:t>HR teams</a:t>
            </a:r>
            <a:r>
              <a:rPr lang="en-US" dirty="0"/>
              <a:t> use it to visualize hiring trends, retention rates, and employee engagement.</a:t>
            </a:r>
          </a:p>
          <a:p>
            <a:r>
              <a:rPr lang="en-US" dirty="0"/>
              <a:t>If your team deals with data — Power BI can help make it clearer and more actionable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F7398-452B-17B7-0F8F-55D88A2B9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981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66CF-39D8-8F7A-6FDB-65BE9F615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F9791-2203-39D9-9D4C-51EC6F19B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E9D41-0785-A65F-3FCC-F4F980190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0629F-1C58-981E-2C78-5F54391F9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129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4406-5D5B-D65F-DE48-FEA753E8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6A3D4-E6E1-901D-9D5E-4E512417C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9C80D-8700-9812-6AFB-98E6A32DE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useful across all business functions.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None/>
            </a:pPr>
            <a:endParaRPr lang="en-GB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0232A-BEB3-19AB-1EA2-BE41C06E9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277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35B2-FA0A-4D3B-9578-CB1499B7085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30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6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4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5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4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9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0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73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8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7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1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7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jpeg"/><Relationship Id="rId5" Type="http://schemas.openxmlformats.org/officeDocument/2006/relationships/image" Target="../media/image2.jpg"/><Relationship Id="rId4" Type="http://schemas.openxmlformats.org/officeDocument/2006/relationships/hyperlink" Target="http://www.linkedin.com/in/saniya-malkan-ahm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42CA3-6C75-DDF3-4FC6-E7C495316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7230" y="3069844"/>
            <a:ext cx="8298690" cy="7183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dirty="0">
                <a:solidFill>
                  <a:srgbClr val="F7CA13"/>
                </a:solidFill>
              </a:rPr>
              <a:t>Introduction to Microsoft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E2389-09D1-D112-FD27-4B7E4DFC7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5269407"/>
            <a:ext cx="5197132" cy="126656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solidFill>
                  <a:srgbClr val="F7CA13"/>
                </a:solidFill>
              </a:rPr>
              <a:t>By Saniya Malkan Ahmed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solidFill>
                  <a:srgbClr val="F7CA13"/>
                </a:solidFill>
              </a:rPr>
              <a:t>On 20</a:t>
            </a:r>
            <a:r>
              <a:rPr lang="en-GB" sz="2400" baseline="30000" dirty="0">
                <a:solidFill>
                  <a:srgbClr val="F7CA13"/>
                </a:solidFill>
              </a:rPr>
              <a:t>h</a:t>
            </a:r>
            <a:r>
              <a:rPr lang="en-GB" sz="2400" dirty="0">
                <a:solidFill>
                  <a:srgbClr val="F7CA13"/>
                </a:solidFill>
              </a:rPr>
              <a:t> June 2025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24A66DE-68D0-F971-5EB0-10222A8AB4BE}"/>
              </a:ext>
            </a:extLst>
          </p:cNvPr>
          <p:cNvSpPr/>
          <p:nvPr/>
        </p:nvSpPr>
        <p:spPr>
          <a:xfrm>
            <a:off x="11166026" y="-361950"/>
            <a:ext cx="2159000" cy="7219950"/>
          </a:xfrm>
          <a:prstGeom prst="triangle">
            <a:avLst/>
          </a:prstGeom>
          <a:solidFill>
            <a:srgbClr val="F7CA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A1239-21A2-D99B-27ED-177BB561B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222" y="5192701"/>
            <a:ext cx="2159001" cy="13432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B62E41-9265-3F0C-E881-C14E49AF0461}"/>
              </a:ext>
            </a:extLst>
          </p:cNvPr>
          <p:cNvSpPr/>
          <p:nvPr/>
        </p:nvSpPr>
        <p:spPr>
          <a:xfrm>
            <a:off x="517867" y="508088"/>
            <a:ext cx="4790507" cy="228287"/>
          </a:xfrm>
          <a:prstGeom prst="rect">
            <a:avLst/>
          </a:prstGeom>
          <a:solidFill>
            <a:srgbClr val="F7CA1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0730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Tm="10382"/>
    </mc:Choice>
    <mc:Fallback xmlns="">
      <p:transition advTm="103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C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6C5C09-0043-4549-B800-2101B70D6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B0CD9-9630-A8BA-7749-17D8D9D09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387" y="4169073"/>
            <a:ext cx="5948963" cy="15494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B" sz="4900" dirty="0"/>
              <a:t>Saniya Malkan Ahmed</a:t>
            </a:r>
            <a:br>
              <a:rPr lang="en-GB" sz="4900" dirty="0"/>
            </a:br>
            <a:r>
              <a:rPr lang="en-GB" sz="2700" b="0" dirty="0"/>
              <a:t>Technical Instructor – Data &amp; AI</a:t>
            </a:r>
            <a:br>
              <a:rPr lang="en-GB" sz="2700" b="0" dirty="0"/>
            </a:br>
            <a:r>
              <a:rPr lang="en-GB" sz="2000" b="0" dirty="0">
                <a:solidFill>
                  <a:schemeClr val="accent4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http://www.linkedin.com/in/saniya-malkan-ahmed</a:t>
            </a:r>
            <a:br>
              <a:rPr lang="en-GB" sz="2800" dirty="0"/>
            </a:br>
            <a:br>
              <a:rPr lang="en-GB" sz="2700" b="0" dirty="0"/>
            </a:br>
            <a:br>
              <a:rPr lang="en-GB" sz="2700" b="0" dirty="0"/>
            </a:br>
            <a:br>
              <a:rPr lang="en-GB" sz="6000" dirty="0"/>
            </a:br>
            <a:br>
              <a:rPr lang="en-GB" sz="6000" dirty="0"/>
            </a:br>
            <a:endParaRPr lang="en-GB" sz="3100" b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3493" y="508090"/>
            <a:ext cx="4983481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C64E4-9482-BEF6-84F0-4EA5B4A7FA0B}"/>
              </a:ext>
            </a:extLst>
          </p:cNvPr>
          <p:cNvSpPr txBox="1"/>
          <p:nvPr/>
        </p:nvSpPr>
        <p:spPr>
          <a:xfrm>
            <a:off x="4799748" y="1019319"/>
            <a:ext cx="52769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Bachelor’s degree in Computer Science &amp; Engineering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Master’s degree in Data Science &amp; Computational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Trained and mentored hundreds of people into a data analytics career</a:t>
            </a:r>
            <a:endParaRPr lang="en-GB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C4C2660-9EB7-A797-145D-FB51C6F8FDB5}"/>
              </a:ext>
            </a:extLst>
          </p:cNvPr>
          <p:cNvSpPr/>
          <p:nvPr/>
        </p:nvSpPr>
        <p:spPr>
          <a:xfrm>
            <a:off x="11082273" y="-361950"/>
            <a:ext cx="2159000" cy="721995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person wearing glasses and a pink shirt&#10;&#10;AI-generated content may be incorrect.">
            <a:extLst>
              <a:ext uri="{FF2B5EF4-FFF2-40B4-BE49-F238E27FC236}">
                <a16:creationId xmlns:a16="http://schemas.microsoft.com/office/drawing/2014/main" id="{321E2432-25F3-25C1-497D-6AA05E28CA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1" y="285220"/>
            <a:ext cx="3810000" cy="381000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1026" name="Picture 2" descr="PowerBI Zero to Hero - Introduction to PowerBI Desktop | Udemy">
            <a:extLst>
              <a:ext uri="{FF2B5EF4-FFF2-40B4-BE49-F238E27FC236}">
                <a16:creationId xmlns:a16="http://schemas.microsoft.com/office/drawing/2014/main" id="{5215376A-8AD8-5276-7707-39F0DC161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169" y="5457874"/>
            <a:ext cx="2489104" cy="14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8DDBE7A-BD36-8FA8-41F1-DE171E8E03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2561" y="1165459"/>
            <a:ext cx="1834413" cy="18344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C34A68-BA72-C57B-6E8E-A5C51C639370}"/>
              </a:ext>
            </a:extLst>
          </p:cNvPr>
          <p:cNvSpPr txBox="1"/>
          <p:nvPr/>
        </p:nvSpPr>
        <p:spPr>
          <a:xfrm>
            <a:off x="349202" y="5826569"/>
            <a:ext cx="8545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“Tell me and I forget. Teach me and I remember. Involve me and I understand —especially with data."</a:t>
            </a:r>
            <a:br>
              <a:rPr lang="en-US" i="1" dirty="0"/>
            </a:br>
            <a:r>
              <a:rPr lang="en-US" i="1" dirty="0"/>
              <a:t>— Inspired by Benjamin Franklin</a:t>
            </a:r>
            <a:endParaRPr lang="en-GB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9976808"/>
      </p:ext>
    </p:extLst>
  </p:cSld>
  <p:clrMapOvr>
    <a:masterClrMapping/>
  </p:clrMapOvr>
  <p:transition spd="slow" advTm="37563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565FB-56A2-7407-117D-3E5C682E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B19AD9-2D5D-BB47-8D4E-C4FF614C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5CF4E-1A9C-6210-82C3-6D14F3429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9F9702-C511-1F25-12E3-BD913026B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9A9C93D-0AAA-81EE-5F63-AD2B50218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D192C8-A90D-9C5B-2EBF-839D2ABC0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DA660D3D-E81E-E98B-F4D3-FF68F251E4D7}"/>
              </a:ext>
            </a:extLst>
          </p:cNvPr>
          <p:cNvSpPr txBox="1">
            <a:spLocks/>
          </p:cNvSpPr>
          <p:nvPr/>
        </p:nvSpPr>
        <p:spPr>
          <a:xfrm>
            <a:off x="5011533" y="818506"/>
            <a:ext cx="7268003" cy="8322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AD665-6FDA-88C6-F813-A5F62BA2F5A5}"/>
              </a:ext>
            </a:extLst>
          </p:cNvPr>
          <p:cNvSpPr txBox="1"/>
          <p:nvPr/>
        </p:nvSpPr>
        <p:spPr>
          <a:xfrm>
            <a:off x="5120231" y="1911022"/>
            <a:ext cx="6915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endParaRPr lang="en-GB" b="0" i="0" dirty="0">
              <a:solidFill>
                <a:srgbClr val="000000"/>
              </a:solidFill>
              <a:effectLst/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ECDCCD-A3F7-98DC-DF86-1192340DC949}"/>
              </a:ext>
            </a:extLst>
          </p:cNvPr>
          <p:cNvSpPr txBox="1"/>
          <p:nvPr/>
        </p:nvSpPr>
        <p:spPr>
          <a:xfrm>
            <a:off x="471227" y="881358"/>
            <a:ext cx="4069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rgbClr val="F7CA13"/>
                </a:solidFill>
              </a:rPr>
              <a:t>Agenda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081DAA7-84B3-14B3-4EF7-24263CE81A95}"/>
              </a:ext>
            </a:extLst>
          </p:cNvPr>
          <p:cNvSpPr/>
          <p:nvPr/>
        </p:nvSpPr>
        <p:spPr>
          <a:xfrm>
            <a:off x="11092074" y="-361955"/>
            <a:ext cx="2159000" cy="7219950"/>
          </a:xfrm>
          <a:prstGeom prst="triangle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27E52-AD67-35A1-E6EC-BCEC3E4866AF}"/>
              </a:ext>
            </a:extLst>
          </p:cNvPr>
          <p:cNvSpPr/>
          <p:nvPr/>
        </p:nvSpPr>
        <p:spPr>
          <a:xfrm>
            <a:off x="517867" y="508088"/>
            <a:ext cx="4790507" cy="228287"/>
          </a:xfrm>
          <a:prstGeom prst="rect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42A0B-3ACE-EEED-8D5F-AD167CD96E29}"/>
              </a:ext>
            </a:extLst>
          </p:cNvPr>
          <p:cNvSpPr txBox="1"/>
          <p:nvPr/>
        </p:nvSpPr>
        <p:spPr>
          <a:xfrm>
            <a:off x="994647" y="2134478"/>
            <a:ext cx="783069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Introduction to Power BI and its key features</a:t>
            </a:r>
            <a:endParaRPr lang="en-GB" sz="2400" dirty="0">
              <a:solidFill>
                <a:srgbClr val="F7CA13"/>
              </a:solidFill>
            </a:endParaRPr>
          </a:p>
          <a:p>
            <a:endParaRPr lang="en-GB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7CA13"/>
                </a:solidFill>
              </a:rPr>
              <a:t>Power BI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Importing a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Create a mini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Knowledge 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7CA13"/>
                </a:solidFill>
              </a:rPr>
              <a:t>Recap &amp; Q&amp;A</a:t>
            </a:r>
            <a:endParaRPr lang="en-US" sz="2400" dirty="0">
              <a:solidFill>
                <a:srgbClr val="F7CA1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179E63-65A2-54FA-DC9B-0867281F4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919" y="5294135"/>
            <a:ext cx="2513550" cy="156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77406"/>
      </p:ext>
    </p:extLst>
  </p:cSld>
  <p:clrMapOvr>
    <a:masterClrMapping/>
  </p:clrMapOvr>
  <p:transition spd="slow" advTm="19078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CA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ADB08-C4B2-E190-730A-3A8EE5C3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D5A8796-EFD3-609F-006A-3855C5E48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F5B4B4-877E-67F4-F7CB-770E3299F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3493" y="508090"/>
            <a:ext cx="4983481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43922A4-3C7E-4C4A-3F55-4B77E017BF5B}"/>
              </a:ext>
            </a:extLst>
          </p:cNvPr>
          <p:cNvSpPr/>
          <p:nvPr/>
        </p:nvSpPr>
        <p:spPr>
          <a:xfrm>
            <a:off x="11109452" y="-361950"/>
            <a:ext cx="2159000" cy="721995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BBB84A-ACE2-C3A1-35F7-B95642493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139" y="806303"/>
            <a:ext cx="8298690" cy="718312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dirty="0"/>
              <a:t>What is Power BI?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F1C63-F135-1E2C-D54B-87599FCCAC3D}"/>
              </a:ext>
            </a:extLst>
          </p:cNvPr>
          <p:cNvSpPr txBox="1"/>
          <p:nvPr/>
        </p:nvSpPr>
        <p:spPr>
          <a:xfrm>
            <a:off x="891069" y="1673549"/>
            <a:ext cx="1081590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 Microsoft Business Intelligence (BI) tool.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Helps transform raw data into interactive dashboards &amp;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Connects to various data sources (Excel, SQL, Web,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Used by analysts, business users, and decision-makers  worldwide.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15" name="Picture 14" descr="A diagram of a model&#10;&#10;AI-generated content may be incorrect.">
            <a:extLst>
              <a:ext uri="{FF2B5EF4-FFF2-40B4-BE49-F238E27FC236}">
                <a16:creationId xmlns:a16="http://schemas.microsoft.com/office/drawing/2014/main" id="{BFC0347C-B345-B0D8-C8CF-E53959F7F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692" y="4524649"/>
            <a:ext cx="6243636" cy="2167096"/>
          </a:xfrm>
          <a:prstGeom prst="rect">
            <a:avLst/>
          </a:prstGeom>
          <a:ln w="28575">
            <a:solidFill>
              <a:schemeClr val="tx1"/>
            </a:solidFill>
            <a:prstDash val="dash"/>
          </a:ln>
        </p:spPr>
      </p:pic>
      <p:pic>
        <p:nvPicPr>
          <p:cNvPr id="16" name="Picture 2" descr="PowerBI Zero to Hero - Introduction to PowerBI Desktop | Udemy">
            <a:extLst>
              <a:ext uri="{FF2B5EF4-FFF2-40B4-BE49-F238E27FC236}">
                <a16:creationId xmlns:a16="http://schemas.microsoft.com/office/drawing/2014/main" id="{B11B086D-D64C-C632-4A2B-24EC0C14E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335" y="5736717"/>
            <a:ext cx="1993392" cy="112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4238255"/>
      </p:ext>
    </p:extLst>
  </p:cSld>
  <p:clrMapOvr>
    <a:masterClrMapping/>
  </p:clrMapOvr>
  <p:transition spd="slow" advTm="44432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4B9E4-005B-03B5-E47A-AA78F0B78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994170B1-F8DB-E310-6C47-FE4005592E3D}"/>
              </a:ext>
            </a:extLst>
          </p:cNvPr>
          <p:cNvSpPr txBox="1">
            <a:spLocks/>
          </p:cNvSpPr>
          <p:nvPr/>
        </p:nvSpPr>
        <p:spPr>
          <a:xfrm>
            <a:off x="5011533" y="818506"/>
            <a:ext cx="7268003" cy="8322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5F5AED-0D0D-5BAF-6A9A-82803A25A05A}"/>
              </a:ext>
            </a:extLst>
          </p:cNvPr>
          <p:cNvSpPr txBox="1"/>
          <p:nvPr/>
        </p:nvSpPr>
        <p:spPr>
          <a:xfrm>
            <a:off x="5120231" y="1911022"/>
            <a:ext cx="6915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endParaRPr lang="en-GB" b="0" i="0" dirty="0">
              <a:solidFill>
                <a:srgbClr val="000000"/>
              </a:solidFill>
              <a:effectLst/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7AA0F-B50D-B865-C4A1-2649DE6CC250}"/>
              </a:ext>
            </a:extLst>
          </p:cNvPr>
          <p:cNvSpPr txBox="1"/>
          <p:nvPr/>
        </p:nvSpPr>
        <p:spPr>
          <a:xfrm>
            <a:off x="471226" y="881358"/>
            <a:ext cx="83541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rgbClr val="F7CA13"/>
                </a:solidFill>
              </a:rPr>
              <a:t>Power BI Ecosystem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1F47DC7-8517-708F-FC26-F8C964CD72B9}"/>
              </a:ext>
            </a:extLst>
          </p:cNvPr>
          <p:cNvSpPr/>
          <p:nvPr/>
        </p:nvSpPr>
        <p:spPr>
          <a:xfrm>
            <a:off x="11092074" y="-361955"/>
            <a:ext cx="2159000" cy="7219950"/>
          </a:xfrm>
          <a:prstGeom prst="triangle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DF4F0D-C208-1288-F8CB-BE703F28E9A5}"/>
              </a:ext>
            </a:extLst>
          </p:cNvPr>
          <p:cNvSpPr/>
          <p:nvPr/>
        </p:nvSpPr>
        <p:spPr>
          <a:xfrm>
            <a:off x="517867" y="508088"/>
            <a:ext cx="4790507" cy="228287"/>
          </a:xfrm>
          <a:prstGeom prst="rect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C97CE-C459-E125-F6DF-4D8C1C9F53C2}"/>
              </a:ext>
            </a:extLst>
          </p:cNvPr>
          <p:cNvSpPr txBox="1"/>
          <p:nvPr/>
        </p:nvSpPr>
        <p:spPr>
          <a:xfrm>
            <a:off x="913589" y="2065205"/>
            <a:ext cx="38815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Power BI Desktop</a:t>
            </a:r>
            <a:endParaRPr lang="en-GB" sz="2400" dirty="0">
              <a:solidFill>
                <a:srgbClr val="F7CA13"/>
              </a:solidFill>
            </a:endParaRPr>
          </a:p>
          <a:p>
            <a:endParaRPr lang="en-GB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7CA13"/>
                </a:solidFill>
              </a:rPr>
              <a:t>Power BI Service</a:t>
            </a:r>
          </a:p>
          <a:p>
            <a:endParaRPr lang="en-GB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Power BI Mobile</a:t>
            </a:r>
          </a:p>
          <a:p>
            <a:endParaRPr lang="en-US" sz="2400" dirty="0">
              <a:solidFill>
                <a:srgbClr val="F7CA1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1DA67-0F84-662E-9E55-9E88A786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38" r="21086"/>
          <a:stretch>
            <a:fillRect/>
          </a:stretch>
        </p:blipFill>
        <p:spPr>
          <a:xfrm>
            <a:off x="6452837" y="881358"/>
            <a:ext cx="3990109" cy="4867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971E58-E536-B90B-506B-2693936AA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01" y="4967382"/>
            <a:ext cx="2513550" cy="156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4214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03A3E-C9F1-2537-5CF8-92BC777A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50A0AC-B5EC-ED1F-4744-748CDA526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550C33-8853-EC66-73E2-32BC19DD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0F7C7-4D6F-5D6E-4A34-0A03C578A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8B5CED2-47DE-D495-9D25-2895C4A65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92245A4-8E32-B01D-9F26-D02550922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88AC696E-ECA3-F181-12F8-E88C6DCECE19}"/>
              </a:ext>
            </a:extLst>
          </p:cNvPr>
          <p:cNvSpPr txBox="1">
            <a:spLocks/>
          </p:cNvSpPr>
          <p:nvPr/>
        </p:nvSpPr>
        <p:spPr>
          <a:xfrm>
            <a:off x="5011533" y="818506"/>
            <a:ext cx="7268003" cy="8322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104643-EA99-812F-9949-E977657206C7}"/>
              </a:ext>
            </a:extLst>
          </p:cNvPr>
          <p:cNvSpPr txBox="1"/>
          <p:nvPr/>
        </p:nvSpPr>
        <p:spPr>
          <a:xfrm>
            <a:off x="5120231" y="1911022"/>
            <a:ext cx="6915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endParaRPr lang="en-GB" b="0" i="0" dirty="0">
              <a:solidFill>
                <a:srgbClr val="000000"/>
              </a:solidFill>
              <a:effectLst/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88D80-FC34-3EFA-0E0C-6BD72E6BDF7F}"/>
              </a:ext>
            </a:extLst>
          </p:cNvPr>
          <p:cNvSpPr txBox="1"/>
          <p:nvPr/>
        </p:nvSpPr>
        <p:spPr>
          <a:xfrm>
            <a:off x="1983785" y="2387629"/>
            <a:ext cx="115521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rgbClr val="F7CA13"/>
                </a:solidFill>
              </a:rPr>
              <a:t>Power BI Desktop Demonstration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E9D77E-1B81-7E3F-98C1-E45ABEE4059E}"/>
              </a:ext>
            </a:extLst>
          </p:cNvPr>
          <p:cNvSpPr/>
          <p:nvPr/>
        </p:nvSpPr>
        <p:spPr>
          <a:xfrm>
            <a:off x="2696174" y="3335139"/>
            <a:ext cx="6186474" cy="45719"/>
          </a:xfrm>
          <a:prstGeom prst="rect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rgbClr val="F7CA13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D934FE-73E1-5CEB-EBB4-135BECEF503D}"/>
              </a:ext>
            </a:extLst>
          </p:cNvPr>
          <p:cNvSpPr/>
          <p:nvPr/>
        </p:nvSpPr>
        <p:spPr>
          <a:xfrm rot="5400000">
            <a:off x="2751170" y="6455471"/>
            <a:ext cx="6194944" cy="45719"/>
          </a:xfrm>
          <a:prstGeom prst="rect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998184-3D58-FF62-AF8D-7FFF1EA53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450" y="5257564"/>
            <a:ext cx="2513550" cy="156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14154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120A2-50D4-205E-98FF-DCEF3D6C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20D98B-6F3E-A2CC-91CC-89D1FB6E6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F89509-9FB1-F96D-A515-19EB01A65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B6D32F-CC22-8ACB-86AF-F2E605F34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36090EF-F87C-8CE2-9AB4-F54B87CBC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643FCF-C7F1-E525-D1A3-1B2FF217C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28C224DF-E61D-2245-5761-23458C5FC427}"/>
              </a:ext>
            </a:extLst>
          </p:cNvPr>
          <p:cNvSpPr txBox="1">
            <a:spLocks/>
          </p:cNvSpPr>
          <p:nvPr/>
        </p:nvSpPr>
        <p:spPr>
          <a:xfrm>
            <a:off x="5011533" y="818506"/>
            <a:ext cx="7268003" cy="8322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AE6830-CC2F-4BAF-1556-374C6B1FD9E5}"/>
              </a:ext>
            </a:extLst>
          </p:cNvPr>
          <p:cNvSpPr txBox="1"/>
          <p:nvPr/>
        </p:nvSpPr>
        <p:spPr>
          <a:xfrm>
            <a:off x="5120231" y="1911022"/>
            <a:ext cx="6915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endParaRPr lang="en-GB" b="0" i="0" dirty="0">
              <a:solidFill>
                <a:srgbClr val="000000"/>
              </a:solidFill>
              <a:effectLst/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793D34-A894-D8C3-7AAB-47F48B2B08CE}"/>
              </a:ext>
            </a:extLst>
          </p:cNvPr>
          <p:cNvSpPr/>
          <p:nvPr/>
        </p:nvSpPr>
        <p:spPr>
          <a:xfrm rot="5400000" flipV="1">
            <a:off x="2212779" y="3615693"/>
            <a:ext cx="7277102" cy="45719"/>
          </a:xfrm>
          <a:prstGeom prst="rect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DA3E07-5642-94A7-0FD9-12F5AFCD248C}"/>
              </a:ext>
            </a:extLst>
          </p:cNvPr>
          <p:cNvSpPr/>
          <p:nvPr/>
        </p:nvSpPr>
        <p:spPr>
          <a:xfrm rot="5400000">
            <a:off x="4127279" y="3775830"/>
            <a:ext cx="3439936" cy="538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5" name="Graphic 4" descr="Work from home desk outline">
            <a:extLst>
              <a:ext uri="{FF2B5EF4-FFF2-40B4-BE49-F238E27FC236}">
                <a16:creationId xmlns:a16="http://schemas.microsoft.com/office/drawing/2014/main" id="{1FC7EF28-DC55-7BEF-EC9E-C282AECDF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515" y="2654150"/>
            <a:ext cx="1308249" cy="1308249"/>
          </a:xfrm>
          <a:prstGeom prst="rect">
            <a:avLst/>
          </a:prstGeom>
        </p:spPr>
      </p:pic>
      <p:pic>
        <p:nvPicPr>
          <p:cNvPr id="9" name="Graphic 8" descr="Money outline">
            <a:extLst>
              <a:ext uri="{FF2B5EF4-FFF2-40B4-BE49-F238E27FC236}">
                <a16:creationId xmlns:a16="http://schemas.microsoft.com/office/drawing/2014/main" id="{4C7809AD-8E31-CFE2-E922-3DBAFFB85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8969" y="2511186"/>
            <a:ext cx="1308249" cy="1308249"/>
          </a:xfrm>
          <a:prstGeom prst="rect">
            <a:avLst/>
          </a:prstGeom>
        </p:spPr>
      </p:pic>
      <p:pic>
        <p:nvPicPr>
          <p:cNvPr id="26" name="Graphic 25" descr="Mining tools outline">
            <a:extLst>
              <a:ext uri="{FF2B5EF4-FFF2-40B4-BE49-F238E27FC236}">
                <a16:creationId xmlns:a16="http://schemas.microsoft.com/office/drawing/2014/main" id="{5105968B-856F-FCDB-7D10-40A981C95F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9545" y="2728207"/>
            <a:ext cx="1150735" cy="1150735"/>
          </a:xfrm>
          <a:prstGeom prst="rect">
            <a:avLst/>
          </a:prstGeom>
        </p:spPr>
      </p:pic>
      <p:pic>
        <p:nvPicPr>
          <p:cNvPr id="29" name="Graphic 28" descr="Professor female outline">
            <a:extLst>
              <a:ext uri="{FF2B5EF4-FFF2-40B4-BE49-F238E27FC236}">
                <a16:creationId xmlns:a16="http://schemas.microsoft.com/office/drawing/2014/main" id="{300F98AC-FB02-A3DB-D81A-385D8CA277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65645" y="2654150"/>
            <a:ext cx="1283607" cy="128360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79593253-D9A9-6F0F-3E6D-2F97AD70FA68}"/>
              </a:ext>
            </a:extLst>
          </p:cNvPr>
          <p:cNvGrpSpPr/>
          <p:nvPr/>
        </p:nvGrpSpPr>
        <p:grpSpPr>
          <a:xfrm>
            <a:off x="1874520" y="2042377"/>
            <a:ext cx="8718302" cy="552279"/>
            <a:chOff x="1874520" y="2042377"/>
            <a:chExt cx="8718302" cy="552279"/>
          </a:xfrm>
          <a:solidFill>
            <a:srgbClr val="F7CA13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6BC0DE8-78ED-BFCB-0391-E007836867A5}"/>
                </a:ext>
              </a:extLst>
            </p:cNvPr>
            <p:cNvSpPr/>
            <p:nvPr/>
          </p:nvSpPr>
          <p:spPr>
            <a:xfrm rot="10800000" flipV="1">
              <a:off x="1874520" y="2042378"/>
              <a:ext cx="8664418" cy="5949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545B4CE-C287-7528-4B1F-472CB820283B}"/>
                </a:ext>
              </a:extLst>
            </p:cNvPr>
            <p:cNvSpPr/>
            <p:nvPr/>
          </p:nvSpPr>
          <p:spPr>
            <a:xfrm rot="16200000">
              <a:off x="1629054" y="2302545"/>
              <a:ext cx="538503" cy="4571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1ECC17A-2BAC-D8E5-CC5F-E82BA7A9F092}"/>
                </a:ext>
              </a:extLst>
            </p:cNvPr>
            <p:cNvSpPr/>
            <p:nvPr/>
          </p:nvSpPr>
          <p:spPr>
            <a:xfrm rot="16200000">
              <a:off x="10300711" y="2288769"/>
              <a:ext cx="538503" cy="4571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64F689-A935-0C32-4DD8-E8773466DA76}"/>
              </a:ext>
            </a:extLst>
          </p:cNvPr>
          <p:cNvGrpSpPr/>
          <p:nvPr/>
        </p:nvGrpSpPr>
        <p:grpSpPr>
          <a:xfrm rot="10800000">
            <a:off x="1874520" y="5029958"/>
            <a:ext cx="8718302" cy="552279"/>
            <a:chOff x="1874520" y="2042377"/>
            <a:chExt cx="8718302" cy="552279"/>
          </a:xfrm>
          <a:solidFill>
            <a:srgbClr val="F7CA13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F7D03F6-44C0-63F4-7B51-09AA90DC72FF}"/>
                </a:ext>
              </a:extLst>
            </p:cNvPr>
            <p:cNvSpPr/>
            <p:nvPr/>
          </p:nvSpPr>
          <p:spPr>
            <a:xfrm rot="10800000" flipV="1">
              <a:off x="1874520" y="2042378"/>
              <a:ext cx="8664418" cy="5949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BC2E6FA-5298-43F0-977C-D1FE7E334AAD}"/>
                </a:ext>
              </a:extLst>
            </p:cNvPr>
            <p:cNvSpPr/>
            <p:nvPr/>
          </p:nvSpPr>
          <p:spPr>
            <a:xfrm rot="16200000">
              <a:off x="1629054" y="2302545"/>
              <a:ext cx="538503" cy="4571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E5F221-B797-1072-7994-106B6D05D7E1}"/>
                </a:ext>
              </a:extLst>
            </p:cNvPr>
            <p:cNvSpPr/>
            <p:nvPr/>
          </p:nvSpPr>
          <p:spPr>
            <a:xfrm rot="16200000">
              <a:off x="10300711" y="2288769"/>
              <a:ext cx="538503" cy="4571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120C2F6-F74C-F97E-4E1C-CD941A7735EF}"/>
              </a:ext>
            </a:extLst>
          </p:cNvPr>
          <p:cNvSpPr/>
          <p:nvPr/>
        </p:nvSpPr>
        <p:spPr>
          <a:xfrm>
            <a:off x="0" y="6604000"/>
            <a:ext cx="12233816" cy="645573"/>
          </a:xfrm>
          <a:prstGeom prst="rect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F154A-ACE5-86DC-FE0D-7C9BCF031919}"/>
              </a:ext>
            </a:extLst>
          </p:cNvPr>
          <p:cNvSpPr txBox="1"/>
          <p:nvPr/>
        </p:nvSpPr>
        <p:spPr>
          <a:xfrm>
            <a:off x="4336749" y="2170721"/>
            <a:ext cx="6137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7CA13"/>
                </a:solidFill>
              </a:rPr>
              <a:t>Real-World Use Cases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8EAB2-6F25-1CDC-03E2-755AAE033840}"/>
              </a:ext>
            </a:extLst>
          </p:cNvPr>
          <p:cNvSpPr txBox="1"/>
          <p:nvPr/>
        </p:nvSpPr>
        <p:spPr>
          <a:xfrm>
            <a:off x="9822385" y="3962116"/>
            <a:ext cx="2362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7CA13"/>
                </a:solidFill>
              </a:rPr>
              <a:t>Sales Dashboard: </a:t>
            </a:r>
            <a:r>
              <a:rPr lang="en-US" dirty="0">
                <a:solidFill>
                  <a:srgbClr val="F7CA13"/>
                </a:solidFill>
              </a:rPr>
              <a:t>Track regional performance.</a:t>
            </a:r>
            <a:endParaRPr lang="en-GB" dirty="0">
              <a:solidFill>
                <a:srgbClr val="F7CA1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CD8A3-8490-6457-5F7D-1C96DE2E7B58}"/>
              </a:ext>
            </a:extLst>
          </p:cNvPr>
          <p:cNvSpPr txBox="1"/>
          <p:nvPr/>
        </p:nvSpPr>
        <p:spPr>
          <a:xfrm>
            <a:off x="4006592" y="3904628"/>
            <a:ext cx="2362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7CA13"/>
                </a:solidFill>
              </a:rPr>
              <a:t>Finance Reports: </a:t>
            </a:r>
            <a:r>
              <a:rPr lang="en-US" dirty="0">
                <a:solidFill>
                  <a:srgbClr val="F7CA13"/>
                </a:solidFill>
              </a:rPr>
              <a:t>Monitor KPIs like revenue, cost.</a:t>
            </a:r>
            <a:endParaRPr lang="en-GB" dirty="0">
              <a:solidFill>
                <a:srgbClr val="F7CA1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DC1F7-C853-AC25-B0DF-FDB584E0DEC0}"/>
              </a:ext>
            </a:extLst>
          </p:cNvPr>
          <p:cNvSpPr txBox="1"/>
          <p:nvPr/>
        </p:nvSpPr>
        <p:spPr>
          <a:xfrm>
            <a:off x="6658208" y="3973617"/>
            <a:ext cx="28589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7CA13"/>
                </a:solidFill>
              </a:rPr>
              <a:t>Manufacturing Quality Control: </a:t>
            </a:r>
            <a:r>
              <a:rPr lang="en-US" dirty="0">
                <a:solidFill>
                  <a:srgbClr val="F7CA13"/>
                </a:solidFill>
              </a:rPr>
              <a:t>Identify defect rates &amp; machine downtime</a:t>
            </a:r>
            <a:r>
              <a:rPr lang="en-GB" dirty="0">
                <a:solidFill>
                  <a:srgbClr val="F7CA13"/>
                </a:solidFill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C2073-3427-3E48-7437-F53E5C25FF81}"/>
              </a:ext>
            </a:extLst>
          </p:cNvPr>
          <p:cNvSpPr txBox="1"/>
          <p:nvPr/>
        </p:nvSpPr>
        <p:spPr>
          <a:xfrm>
            <a:off x="1188515" y="4015307"/>
            <a:ext cx="2362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7CA13"/>
                </a:solidFill>
              </a:rPr>
              <a:t>HR Analytics</a:t>
            </a:r>
            <a:r>
              <a:rPr lang="en-US" dirty="0">
                <a:solidFill>
                  <a:srgbClr val="F7CA13"/>
                </a:solidFill>
              </a:rPr>
              <a:t>: Visualize hiring &amp; attrition data</a:t>
            </a:r>
            <a:endParaRPr lang="en-GB" dirty="0">
              <a:solidFill>
                <a:srgbClr val="F7CA13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E9ECC7-06C8-AF9A-85DD-BA907FB47A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26" y="-1"/>
            <a:ext cx="1954873" cy="121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8385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CA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8FF6F-820D-FE7F-DF1C-D202DE36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92D3FC-E3B3-C95E-CA1F-AE9CA920E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D9CBAC1-B7A5-13C2-61CD-4A786D107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0816" y="3838074"/>
            <a:ext cx="4023360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075E7-F1C3-4BB4-9363-0AA98BD70F9E}"/>
              </a:ext>
            </a:extLst>
          </p:cNvPr>
          <p:cNvSpPr txBox="1"/>
          <p:nvPr/>
        </p:nvSpPr>
        <p:spPr>
          <a:xfrm>
            <a:off x="1015979" y="948916"/>
            <a:ext cx="50800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2E39A7-63D0-429B-E7ED-F4DD115F10C1}"/>
              </a:ext>
            </a:extLst>
          </p:cNvPr>
          <p:cNvSpPr/>
          <p:nvPr/>
        </p:nvSpPr>
        <p:spPr>
          <a:xfrm>
            <a:off x="864231" y="3838074"/>
            <a:ext cx="4790507" cy="228287"/>
          </a:xfrm>
          <a:prstGeom prst="rect">
            <a:avLst/>
          </a:prstGeom>
          <a:solidFill>
            <a:srgbClr val="F7CA13"/>
          </a:solidFill>
          <a:ln>
            <a:solidFill>
              <a:srgbClr val="F7CA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C9F2BA6-F137-A975-D839-5933BE2AA266}"/>
              </a:ext>
            </a:extLst>
          </p:cNvPr>
          <p:cNvSpPr txBox="1">
            <a:spLocks/>
          </p:cNvSpPr>
          <p:nvPr/>
        </p:nvSpPr>
        <p:spPr>
          <a:xfrm>
            <a:off x="436139" y="806303"/>
            <a:ext cx="8298690" cy="7183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GB" sz="3600" dirty="0">
                <a:solidFill>
                  <a:schemeClr val="bg1"/>
                </a:solidFill>
              </a:rPr>
              <a:t>Knowledge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0BFA4-90E4-3ABC-40AF-B0CA46E5F0DD}"/>
              </a:ext>
            </a:extLst>
          </p:cNvPr>
          <p:cNvSpPr txBox="1"/>
          <p:nvPr/>
        </p:nvSpPr>
        <p:spPr>
          <a:xfrm>
            <a:off x="323904" y="1735688"/>
            <a:ext cx="78306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tool is used to create Power BI reports?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	A) Excel</a:t>
            </a:r>
          </a:p>
          <a:p>
            <a:r>
              <a:rPr lang="en-US" sz="2400" dirty="0">
                <a:solidFill>
                  <a:schemeClr val="bg1"/>
                </a:solidFill>
              </a:rPr>
              <a:t>	B) Power BI Desktop </a:t>
            </a:r>
          </a:p>
          <a:p>
            <a:r>
              <a:rPr lang="en-US" sz="2400" dirty="0">
                <a:solidFill>
                  <a:schemeClr val="bg1"/>
                </a:solidFill>
              </a:rPr>
              <a:t>	C) PowerPoint</a:t>
            </a:r>
            <a:endParaRPr lang="en-GB" sz="2400" dirty="0">
              <a:solidFill>
                <a:schemeClr val="bg1"/>
              </a:solidFill>
            </a:endParaRPr>
          </a:p>
          <a:p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Which component is used to share reports online?</a:t>
            </a:r>
          </a:p>
          <a:p>
            <a:r>
              <a:rPr lang="en-US" sz="2400" dirty="0">
                <a:solidFill>
                  <a:schemeClr val="bg1"/>
                </a:solidFill>
              </a:rPr>
              <a:t>	A) Power BI Desktop</a:t>
            </a:r>
          </a:p>
          <a:p>
            <a:r>
              <a:rPr lang="en-US" sz="2400" dirty="0">
                <a:solidFill>
                  <a:schemeClr val="bg1"/>
                </a:solidFill>
              </a:rPr>
              <a:t>	B) Power BI Service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	C) Power Query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038A8A22-9E10-39AF-3749-943DD8402EAB}"/>
              </a:ext>
            </a:extLst>
          </p:cNvPr>
          <p:cNvSpPr/>
          <p:nvPr/>
        </p:nvSpPr>
        <p:spPr>
          <a:xfrm>
            <a:off x="11109452" y="-361950"/>
            <a:ext cx="2159000" cy="72199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E8C715-B123-E545-7EFD-7191FB3C2017}"/>
              </a:ext>
            </a:extLst>
          </p:cNvPr>
          <p:cNvSpPr/>
          <p:nvPr/>
        </p:nvSpPr>
        <p:spPr>
          <a:xfrm>
            <a:off x="6987940" y="289008"/>
            <a:ext cx="4790507" cy="228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2" descr="PowerBI Zero to Hero - Introduction to PowerBI Desktop | Udemy">
            <a:extLst>
              <a:ext uri="{FF2B5EF4-FFF2-40B4-BE49-F238E27FC236}">
                <a16:creationId xmlns:a16="http://schemas.microsoft.com/office/drawing/2014/main" id="{E6DCB35A-092D-C3A3-952B-DDD7083DF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623" y="5457879"/>
            <a:ext cx="2489104" cy="14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 descr="Badge Tick1 with solid fill">
            <a:extLst>
              <a:ext uri="{FF2B5EF4-FFF2-40B4-BE49-F238E27FC236}">
                <a16:creationId xmlns:a16="http://schemas.microsoft.com/office/drawing/2014/main" id="{6724F5F8-E426-2A26-4357-F129BDFAD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2169" y="2476064"/>
            <a:ext cx="494166" cy="494166"/>
          </a:xfrm>
          <a:prstGeom prst="rect">
            <a:avLst/>
          </a:prstGeom>
        </p:spPr>
      </p:pic>
      <p:pic>
        <p:nvPicPr>
          <p:cNvPr id="17" name="Graphic 16" descr="Badge Tick1 with solid fill">
            <a:extLst>
              <a:ext uri="{FF2B5EF4-FFF2-40B4-BE49-F238E27FC236}">
                <a16:creationId xmlns:a16="http://schemas.microsoft.com/office/drawing/2014/main" id="{7BEF7A71-7328-6806-63F4-D5439FEEC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2169" y="4361031"/>
            <a:ext cx="494166" cy="49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0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BCFEB-4EF0-8CE4-2E53-0E278263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297FCC3D-6A89-BD86-5FCE-5799073DC4FB}"/>
              </a:ext>
            </a:extLst>
          </p:cNvPr>
          <p:cNvSpPr txBox="1">
            <a:spLocks/>
          </p:cNvSpPr>
          <p:nvPr/>
        </p:nvSpPr>
        <p:spPr>
          <a:xfrm>
            <a:off x="5011533" y="818506"/>
            <a:ext cx="7268003" cy="8322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F90D9-C1B9-E0B4-706F-67BE13F8C98C}"/>
              </a:ext>
            </a:extLst>
          </p:cNvPr>
          <p:cNvSpPr txBox="1"/>
          <p:nvPr/>
        </p:nvSpPr>
        <p:spPr>
          <a:xfrm>
            <a:off x="5120231" y="1911022"/>
            <a:ext cx="6915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endParaRPr lang="en-GB" b="0" i="0" dirty="0">
              <a:solidFill>
                <a:srgbClr val="000000"/>
              </a:solidFill>
              <a:effectLst/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WordVisi_MSFontServic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AFE2E9-6CC5-98E1-B0A1-8992A4BD7B24}"/>
              </a:ext>
            </a:extLst>
          </p:cNvPr>
          <p:cNvSpPr txBox="1"/>
          <p:nvPr/>
        </p:nvSpPr>
        <p:spPr>
          <a:xfrm>
            <a:off x="471227" y="881358"/>
            <a:ext cx="4069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7CA13"/>
                </a:solidFill>
              </a:rPr>
              <a:t>R</a:t>
            </a:r>
            <a:r>
              <a:rPr lang="en-GB" sz="4400" b="1" dirty="0" err="1">
                <a:solidFill>
                  <a:srgbClr val="F7CA13"/>
                </a:solidFill>
              </a:rPr>
              <a:t>ecap</a:t>
            </a:r>
            <a:endParaRPr lang="en-GB" sz="4400" b="1" dirty="0">
              <a:solidFill>
                <a:srgbClr val="F7CA13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E525FA2-04A8-77FC-8DC7-11203D28474C}"/>
              </a:ext>
            </a:extLst>
          </p:cNvPr>
          <p:cNvSpPr/>
          <p:nvPr/>
        </p:nvSpPr>
        <p:spPr>
          <a:xfrm>
            <a:off x="11092074" y="-361955"/>
            <a:ext cx="2159000" cy="7219950"/>
          </a:xfrm>
          <a:prstGeom prst="triangle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68B381-6110-87EC-BA5E-E3BD5CE038E0}"/>
              </a:ext>
            </a:extLst>
          </p:cNvPr>
          <p:cNvSpPr/>
          <p:nvPr/>
        </p:nvSpPr>
        <p:spPr>
          <a:xfrm>
            <a:off x="517867" y="508088"/>
            <a:ext cx="4790507" cy="228287"/>
          </a:xfrm>
          <a:prstGeom prst="rect">
            <a:avLst/>
          </a:prstGeom>
          <a:solidFill>
            <a:srgbClr val="F7CA1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4ECCD-1706-3845-04DA-0DD318EE90CC}"/>
              </a:ext>
            </a:extLst>
          </p:cNvPr>
          <p:cNvSpPr txBox="1"/>
          <p:nvPr/>
        </p:nvSpPr>
        <p:spPr>
          <a:xfrm>
            <a:off x="994647" y="2134478"/>
            <a:ext cx="78306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Power BI helps turn your data into insights</a:t>
            </a:r>
            <a:endParaRPr lang="en-GB" sz="2400" dirty="0">
              <a:solidFill>
                <a:srgbClr val="F7CA13"/>
              </a:solidFill>
            </a:endParaRPr>
          </a:p>
          <a:p>
            <a:endParaRPr lang="en-GB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It includes tools like Power BI Desktop, Service, and Mobile.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You can build and share dashboards quickly and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7CA1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7CA13"/>
                </a:solidFill>
              </a:rPr>
              <a:t>It’s useful across all business functions.</a:t>
            </a:r>
          </a:p>
          <a:p>
            <a:endParaRPr lang="en-US" sz="2400" dirty="0">
              <a:solidFill>
                <a:srgbClr val="F7CA1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E95358-BC66-0DB4-7747-79DB247F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682" y="5550798"/>
            <a:ext cx="2026392" cy="12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74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C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0816" y="3838074"/>
            <a:ext cx="4023360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ACBC97-1850-956E-AC21-D589C1C3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04" y="1811199"/>
            <a:ext cx="9498969" cy="123513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THANK YOU! 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Any Questions?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E66FC2-A96E-40FB-1ED4-397F01DE0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208" y="1811199"/>
            <a:ext cx="2974375" cy="3009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5393ED-53B9-5230-757A-683C5F247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957" y="5016915"/>
            <a:ext cx="447737" cy="419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DCA4C3-2C14-C897-6D2C-B0A45E94799F}"/>
              </a:ext>
            </a:extLst>
          </p:cNvPr>
          <p:cNvSpPr txBox="1"/>
          <p:nvPr/>
        </p:nvSpPr>
        <p:spPr>
          <a:xfrm>
            <a:off x="8776250" y="5041828"/>
            <a:ext cx="3379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-apple-system"/>
              </a:rPr>
              <a:t>S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aniya </a:t>
            </a:r>
            <a:r>
              <a:rPr lang="en-GB" dirty="0">
                <a:solidFill>
                  <a:schemeClr val="bg1"/>
                </a:solidFill>
                <a:latin typeface="-apple-system"/>
              </a:rPr>
              <a:t>M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alkan </a:t>
            </a:r>
            <a:r>
              <a:rPr lang="en-GB" dirty="0">
                <a:solidFill>
                  <a:schemeClr val="bg1"/>
                </a:solidFill>
                <a:latin typeface="-apple-system"/>
              </a:rPr>
              <a:t>A</a:t>
            </a:r>
            <a:r>
              <a:rPr lang="en-GB" b="0" i="0" dirty="0">
                <a:solidFill>
                  <a:schemeClr val="bg1"/>
                </a:solidFill>
                <a:effectLst/>
                <a:latin typeface="-apple-system"/>
              </a:rPr>
              <a:t>hmed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0136EB-3F95-DE97-943A-AD962AEE2F52}"/>
              </a:ext>
            </a:extLst>
          </p:cNvPr>
          <p:cNvSpPr/>
          <p:nvPr/>
        </p:nvSpPr>
        <p:spPr>
          <a:xfrm>
            <a:off x="781104" y="3798569"/>
            <a:ext cx="4790507" cy="228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2" descr="PowerBI Zero to Hero - Introduction to PowerBI Desktop | Udemy">
            <a:extLst>
              <a:ext uri="{FF2B5EF4-FFF2-40B4-BE49-F238E27FC236}">
                <a16:creationId xmlns:a16="http://schemas.microsoft.com/office/drawing/2014/main" id="{FEB62802-D55A-9A48-19B4-DE7A182C3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1160"/>
            <a:ext cx="2489104" cy="140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804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5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2|15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2.2"/>
</p:tagLst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3247</TotalTime>
  <Words>840</Words>
  <Application>Microsoft Office PowerPoint</Application>
  <PresentationFormat>Widescreen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-apple-system</vt:lpstr>
      <vt:lpstr>Aptos</vt:lpstr>
      <vt:lpstr>Arial</vt:lpstr>
      <vt:lpstr>Bierstadt</vt:lpstr>
      <vt:lpstr>Neue Haas Grotesk Text Pro</vt:lpstr>
      <vt:lpstr>Segoe UI</vt:lpstr>
      <vt:lpstr>WordVisi_MSFontService</vt:lpstr>
      <vt:lpstr>GestaltVTI</vt:lpstr>
      <vt:lpstr>Introduction to Microsoft Power BI</vt:lpstr>
      <vt:lpstr>Saniya Malkan Ahmed Technical Instructor – Data &amp; AI http://www.linkedin.com/in/saniya-malkan-ahmed     </vt:lpstr>
      <vt:lpstr>PowerPoint Presentation</vt:lpstr>
      <vt:lpstr>What is Power BI?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Saniya Ahmed</dc:creator>
  <cp:lastModifiedBy>Saniya Ahmed</cp:lastModifiedBy>
  <cp:revision>3</cp:revision>
  <dcterms:created xsi:type="dcterms:W3CDTF">2024-11-27T11:22:04Z</dcterms:created>
  <dcterms:modified xsi:type="dcterms:W3CDTF">2025-07-20T13:29:40Z</dcterms:modified>
</cp:coreProperties>
</file>